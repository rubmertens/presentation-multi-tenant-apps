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9" r:id="rId5"/>
  </p:sldMasterIdLst>
  <p:notesMasterIdLst>
    <p:notesMasterId r:id="rId66"/>
  </p:notesMasterIdLst>
  <p:handoutMasterIdLst>
    <p:handoutMasterId r:id="rId67"/>
  </p:handoutMasterIdLst>
  <p:sldIdLst>
    <p:sldId id="256" r:id="rId6"/>
    <p:sldId id="258" r:id="rId7"/>
    <p:sldId id="259" r:id="rId8"/>
    <p:sldId id="260" r:id="rId9"/>
    <p:sldId id="261" r:id="rId10"/>
    <p:sldId id="263" r:id="rId11"/>
    <p:sldId id="265" r:id="rId12"/>
    <p:sldId id="262" r:id="rId13"/>
    <p:sldId id="309" r:id="rId14"/>
    <p:sldId id="266" r:id="rId15"/>
    <p:sldId id="310" r:id="rId16"/>
    <p:sldId id="264" r:id="rId17"/>
    <p:sldId id="311" r:id="rId18"/>
    <p:sldId id="268" r:id="rId19"/>
    <p:sldId id="312" r:id="rId20"/>
    <p:sldId id="267" r:id="rId21"/>
    <p:sldId id="271" r:id="rId22"/>
    <p:sldId id="272" r:id="rId23"/>
    <p:sldId id="273" r:id="rId24"/>
    <p:sldId id="269" r:id="rId25"/>
    <p:sldId id="274" r:id="rId26"/>
    <p:sldId id="275" r:id="rId27"/>
    <p:sldId id="276" r:id="rId28"/>
    <p:sldId id="277" r:id="rId29"/>
    <p:sldId id="278" r:id="rId30"/>
    <p:sldId id="279" r:id="rId31"/>
    <p:sldId id="280" r:id="rId32"/>
    <p:sldId id="302" r:id="rId33"/>
    <p:sldId id="281" r:id="rId34"/>
    <p:sldId id="282" r:id="rId35"/>
    <p:sldId id="317" r:id="rId36"/>
    <p:sldId id="303" r:id="rId37"/>
    <p:sldId id="283" r:id="rId38"/>
    <p:sldId id="284" r:id="rId39"/>
    <p:sldId id="307" r:id="rId40"/>
    <p:sldId id="318" r:id="rId41"/>
    <p:sldId id="286" r:id="rId42"/>
    <p:sldId id="319" r:id="rId43"/>
    <p:sldId id="304" r:id="rId44"/>
    <p:sldId id="287" r:id="rId45"/>
    <p:sldId id="288" r:id="rId46"/>
    <p:sldId id="289" r:id="rId47"/>
    <p:sldId id="290" r:id="rId48"/>
    <p:sldId id="291" r:id="rId49"/>
    <p:sldId id="292" r:id="rId50"/>
    <p:sldId id="293" r:id="rId51"/>
    <p:sldId id="305" r:id="rId52"/>
    <p:sldId id="294" r:id="rId53"/>
    <p:sldId id="295" r:id="rId54"/>
    <p:sldId id="297" r:id="rId55"/>
    <p:sldId id="298" r:id="rId56"/>
    <p:sldId id="296" r:id="rId57"/>
    <p:sldId id="299" r:id="rId58"/>
    <p:sldId id="306" r:id="rId59"/>
    <p:sldId id="300" r:id="rId60"/>
    <p:sldId id="301" r:id="rId61"/>
    <p:sldId id="314" r:id="rId62"/>
    <p:sldId id="315" r:id="rId63"/>
    <p:sldId id="316" r:id="rId64"/>
    <p:sldId id="313" r:id="rId65"/>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61B6B9-8087-2844-8500-15D19578F06E}" v="70" dt="2025-04-04T06:31:16.5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07" autoAdjust="0"/>
    <p:restoredTop sz="81893" autoAdjust="0"/>
  </p:normalViewPr>
  <p:slideViewPr>
    <p:cSldViewPr snapToGrid="0" showGuides="1">
      <p:cViewPr varScale="1">
        <p:scale>
          <a:sx n="131" d="100"/>
          <a:sy n="131" d="100"/>
        </p:scale>
        <p:origin x="984" y="17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81" d="100"/>
          <a:sy n="81" d="100"/>
        </p:scale>
        <p:origin x="3144" y="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72"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handoutMaster" Target="handoutMasters/handout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89594637-A3CC-4652-9B90-35AB7373D25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a:extLst>
              <a:ext uri="{FF2B5EF4-FFF2-40B4-BE49-F238E27FC236}">
                <a16:creationId xmlns:a16="http://schemas.microsoft.com/office/drawing/2014/main" id="{1D557059-6594-4B57-A484-2830965875C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532B83F-F844-4C18-98E8-7C33F4B39DE0}" type="datetimeFigureOut">
              <a:rPr lang="nl-NL" smtClean="0"/>
              <a:t>26-03-2026</a:t>
            </a:fld>
            <a:endParaRPr lang="nl-NL"/>
          </a:p>
        </p:txBody>
      </p:sp>
      <p:sp>
        <p:nvSpPr>
          <p:cNvPr id="4" name="Tijdelijke aanduiding voor voettekst 3">
            <a:extLst>
              <a:ext uri="{FF2B5EF4-FFF2-40B4-BE49-F238E27FC236}">
                <a16:creationId xmlns:a16="http://schemas.microsoft.com/office/drawing/2014/main" id="{E20DCB52-8F1D-4362-8B41-F61F774D56F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5" name="Tijdelijke aanduiding voor dianummer 4">
            <a:extLst>
              <a:ext uri="{FF2B5EF4-FFF2-40B4-BE49-F238E27FC236}">
                <a16:creationId xmlns:a16="http://schemas.microsoft.com/office/drawing/2014/main" id="{B73637DC-371B-45AA-8745-1A61A278CD0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8F98C19-4A9E-4352-9074-F1483ACD97CE}" type="slidenum">
              <a:rPr lang="nl-NL" smtClean="0"/>
              <a:t>‹#›</a:t>
            </a:fld>
            <a:endParaRPr lang="nl-NL"/>
          </a:p>
        </p:txBody>
      </p:sp>
    </p:spTree>
    <p:extLst>
      <p:ext uri="{BB962C8B-B14F-4D97-AF65-F5344CB8AC3E}">
        <p14:creationId xmlns:p14="http://schemas.microsoft.com/office/powerpoint/2010/main" val="14350915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396D34-C2B8-41FF-AE69-48AE3B3D8E8B}" type="datetimeFigureOut">
              <a:rPr lang="nl-NL" smtClean="0"/>
              <a:t>26-03-2026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70B036-1422-4C36-8158-C30E1C0769EB}" type="slidenum">
              <a:rPr lang="nl-NL" smtClean="0"/>
              <a:t>‹#›</a:t>
            </a:fld>
            <a:endParaRPr lang="nl-NL"/>
          </a:p>
        </p:txBody>
      </p:sp>
    </p:spTree>
    <p:extLst>
      <p:ext uri="{BB962C8B-B14F-4D97-AF65-F5344CB8AC3E}">
        <p14:creationId xmlns:p14="http://schemas.microsoft.com/office/powerpoint/2010/main" val="178229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0093A1"/>
                </a:solidFill>
                <a:effectLst/>
              </a:rPr>
              <a:t>#75d9d7</a:t>
            </a:r>
            <a:endParaRPr lang="en-US" b="1" dirty="0">
              <a:solidFill>
                <a:srgbClr val="383838"/>
              </a:solidFill>
              <a:effectLst/>
            </a:endParaRPr>
          </a:p>
          <a:p>
            <a:r>
              <a:rPr lang="en-US" dirty="0">
                <a:solidFill>
                  <a:srgbClr val="0093A1"/>
                </a:solidFill>
                <a:effectLst/>
              </a:rPr>
              <a:t>https://</a:t>
            </a:r>
            <a:r>
              <a:rPr lang="en-US" dirty="0" err="1">
                <a:solidFill>
                  <a:srgbClr val="0093A1"/>
                </a:solidFill>
                <a:effectLst/>
              </a:rPr>
              <a:t>archives.bulbagarden.net</a:t>
            </a:r>
            <a:r>
              <a:rPr lang="en-US" dirty="0">
                <a:solidFill>
                  <a:srgbClr val="0093A1"/>
                </a:solidFill>
                <a:effectLst/>
              </a:rPr>
              <a:t>/media/upload/7/77/</a:t>
            </a:r>
            <a:r>
              <a:rPr lang="en-US" dirty="0" err="1">
                <a:solidFill>
                  <a:srgbClr val="0093A1"/>
                </a:solidFill>
                <a:effectLst/>
              </a:rPr>
              <a:t>Pallet_Town_FRLG.png</a:t>
            </a:r>
            <a:endParaRPr lang="en-US" dirty="0">
              <a:solidFill>
                <a:srgbClr val="0093A1"/>
              </a:solidFill>
              <a:effectLst/>
            </a:endParaRPr>
          </a:p>
          <a:p>
            <a:endParaRPr lang="en-US" dirty="0">
              <a:solidFill>
                <a:srgbClr val="0093A1"/>
              </a:solidFill>
              <a:effectLst/>
            </a:endParaRPr>
          </a:p>
          <a:p>
            <a:br>
              <a:rPr lang="en-US" dirty="0">
                <a:solidFill>
                  <a:srgbClr val="0093A1"/>
                </a:solidFill>
                <a:effectLst/>
              </a:rPr>
            </a:br>
            <a:r>
              <a:rPr lang="en-US" dirty="0">
                <a:solidFill>
                  <a:srgbClr val="0093A1"/>
                </a:solidFill>
                <a:effectLst/>
              </a:rPr>
              <a:t>#b956ff</a:t>
            </a:r>
          </a:p>
          <a:p>
            <a:br>
              <a:rPr lang="en-US" b="1" dirty="0">
                <a:solidFill>
                  <a:srgbClr val="383838"/>
                </a:solidFill>
                <a:effectLst/>
              </a:rPr>
            </a:br>
            <a:r>
              <a:rPr lang="en-US" dirty="0">
                <a:solidFill>
                  <a:srgbClr val="0093A1"/>
                </a:solidFill>
                <a:effectLst/>
              </a:rPr>
              <a:t>https://</a:t>
            </a:r>
            <a:r>
              <a:rPr lang="en-US" dirty="0" err="1">
                <a:solidFill>
                  <a:srgbClr val="0093A1"/>
                </a:solidFill>
                <a:effectLst/>
              </a:rPr>
              <a:t>archives.bulbagarden.net</a:t>
            </a:r>
            <a:r>
              <a:rPr lang="en-US" dirty="0">
                <a:solidFill>
                  <a:srgbClr val="0093A1"/>
                </a:solidFill>
                <a:effectLst/>
              </a:rPr>
              <a:t>/media/upload/8/8d/</a:t>
            </a:r>
            <a:r>
              <a:rPr lang="en-US" dirty="0" err="1">
                <a:solidFill>
                  <a:srgbClr val="0093A1"/>
                </a:solidFill>
                <a:effectLst/>
              </a:rPr>
              <a:t>Vermilion_City_FRLG.png</a:t>
            </a:r>
            <a:br>
              <a:rPr lang="en-US" dirty="0">
                <a:solidFill>
                  <a:srgbClr val="0093A1"/>
                </a:solidFill>
                <a:effectLst/>
              </a:rPr>
            </a:br>
            <a:endParaRPr lang="en-US" dirty="0">
              <a:solidFill>
                <a:srgbClr val="0093A1"/>
              </a:solidFill>
              <a:effectLst/>
            </a:endParaRPr>
          </a:p>
          <a:p>
            <a:endParaRPr lang="en-US" dirty="0">
              <a:solidFill>
                <a:srgbClr val="0093A1"/>
              </a:solidFill>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rgbClr val="0093A1"/>
                </a:solidFill>
                <a:effectLst/>
              </a:rPr>
              <a:t> {</a:t>
            </a:r>
            <a:br>
              <a:rPr lang="en-US" dirty="0">
                <a:solidFill>
                  <a:srgbClr val="0093A1"/>
                </a:solidFill>
                <a:effectLst/>
              </a:rPr>
            </a:br>
            <a:r>
              <a:rPr lang="en-US" dirty="0">
                <a:solidFill>
                  <a:srgbClr val="0093A1"/>
                </a:solidFill>
                <a:effectLst/>
              </a:rPr>
              <a:t>      "Id": "pallet-town",</a:t>
            </a:r>
            <a:br>
              <a:rPr lang="en-US" dirty="0">
                <a:solidFill>
                  <a:srgbClr val="0093A1"/>
                </a:solidFill>
                <a:effectLst/>
              </a:rPr>
            </a:br>
            <a:r>
              <a:rPr lang="en-US" dirty="0">
                <a:solidFill>
                  <a:srgbClr val="0093A1"/>
                </a:solidFill>
                <a:effectLst/>
              </a:rPr>
              <a:t>      "Name": "Pallet Town",</a:t>
            </a:r>
            <a:br>
              <a:rPr lang="en-US" dirty="0">
                <a:solidFill>
                  <a:srgbClr val="0093A1"/>
                </a:solidFill>
                <a:effectLst/>
              </a:rPr>
            </a:br>
            <a:r>
              <a:rPr lang="en-US" dirty="0">
                <a:solidFill>
                  <a:srgbClr val="0093A1"/>
                </a:solidFill>
                <a:effectLst/>
              </a:rPr>
              <a:t>      "</a:t>
            </a:r>
            <a:r>
              <a:rPr lang="en-US" dirty="0" err="1">
                <a:solidFill>
                  <a:srgbClr val="0093A1"/>
                </a:solidFill>
                <a:effectLst/>
              </a:rPr>
              <a:t>BackgroundColor</a:t>
            </a:r>
            <a:r>
              <a:rPr lang="en-US" dirty="0">
                <a:solidFill>
                  <a:srgbClr val="0093A1"/>
                </a:solidFill>
                <a:effectLst/>
              </a:rPr>
              <a:t>": "#75d9d7",</a:t>
            </a:r>
            <a:br>
              <a:rPr lang="en-US" dirty="0">
                <a:solidFill>
                  <a:srgbClr val="0093A1"/>
                </a:solidFill>
                <a:effectLst/>
              </a:rPr>
            </a:br>
            <a:r>
              <a:rPr lang="en-US" dirty="0">
                <a:solidFill>
                  <a:srgbClr val="0093A1"/>
                </a:solidFill>
                <a:effectLst/>
              </a:rPr>
              <a:t>      "</a:t>
            </a:r>
            <a:r>
              <a:rPr lang="en-US" dirty="0" err="1">
                <a:solidFill>
                  <a:srgbClr val="0093A1"/>
                </a:solidFill>
                <a:effectLst/>
              </a:rPr>
              <a:t>BackgroundImage</a:t>
            </a:r>
            <a:r>
              <a:rPr lang="en-US" dirty="0">
                <a:solidFill>
                  <a:srgbClr val="0093A1"/>
                </a:solidFill>
                <a:effectLst/>
              </a:rPr>
              <a:t>": "https://</a:t>
            </a:r>
            <a:r>
              <a:rPr lang="en-US" dirty="0" err="1">
                <a:solidFill>
                  <a:srgbClr val="0093A1"/>
                </a:solidFill>
                <a:effectLst/>
              </a:rPr>
              <a:t>archives.bulbagarden.net</a:t>
            </a:r>
            <a:r>
              <a:rPr lang="en-US" dirty="0">
                <a:solidFill>
                  <a:srgbClr val="0093A1"/>
                </a:solidFill>
                <a:effectLst/>
              </a:rPr>
              <a:t>/media/upload/7/77/</a:t>
            </a:r>
            <a:r>
              <a:rPr lang="en-US" dirty="0" err="1">
                <a:solidFill>
                  <a:srgbClr val="0093A1"/>
                </a:solidFill>
                <a:effectLst/>
              </a:rPr>
              <a:t>Pallet_Town_FRLG.png</a:t>
            </a:r>
            <a:r>
              <a:rPr lang="en-US" dirty="0">
                <a:solidFill>
                  <a:srgbClr val="0093A1"/>
                </a:solidFill>
                <a:effectLst/>
              </a:rPr>
              <a:t>"</a:t>
            </a:r>
            <a:br>
              <a:rPr lang="en-US" dirty="0">
                <a:solidFill>
                  <a:srgbClr val="0093A1"/>
                </a:solidFill>
                <a:effectLst/>
              </a:rPr>
            </a:br>
            <a:r>
              <a:rPr lang="en-US" dirty="0">
                <a:solidFill>
                  <a:srgbClr val="0093A1"/>
                </a:solidFill>
                <a:effectLst/>
              </a:rPr>
              <a:t>    },</a:t>
            </a:r>
            <a:br>
              <a:rPr lang="en-US" dirty="0">
                <a:solidFill>
                  <a:srgbClr val="0093A1"/>
                </a:solidFill>
                <a:effectLst/>
              </a:rPr>
            </a:br>
            <a:r>
              <a:rPr lang="en-US" dirty="0">
                <a:solidFill>
                  <a:srgbClr val="0093A1"/>
                </a:solidFill>
                <a:effectLst/>
              </a:rPr>
              <a:t>    {</a:t>
            </a:r>
            <a:br>
              <a:rPr lang="en-US" dirty="0">
                <a:solidFill>
                  <a:srgbClr val="0093A1"/>
                </a:solidFill>
                <a:effectLst/>
              </a:rPr>
            </a:br>
            <a:r>
              <a:rPr lang="en-US" dirty="0">
                <a:solidFill>
                  <a:srgbClr val="0093A1"/>
                </a:solidFill>
                <a:effectLst/>
              </a:rPr>
              <a:t>      "Id": "vermillion-city",</a:t>
            </a:r>
            <a:br>
              <a:rPr lang="en-US" dirty="0">
                <a:solidFill>
                  <a:srgbClr val="0093A1"/>
                </a:solidFill>
                <a:effectLst/>
              </a:rPr>
            </a:br>
            <a:r>
              <a:rPr lang="en-US" dirty="0">
                <a:solidFill>
                  <a:srgbClr val="0093A1"/>
                </a:solidFill>
                <a:effectLst/>
              </a:rPr>
              <a:t>      "Name": "Vermillion City",</a:t>
            </a:r>
            <a:br>
              <a:rPr lang="en-US" dirty="0">
                <a:solidFill>
                  <a:srgbClr val="0093A1"/>
                </a:solidFill>
                <a:effectLst/>
              </a:rPr>
            </a:br>
            <a:r>
              <a:rPr lang="en-US" dirty="0">
                <a:solidFill>
                  <a:srgbClr val="0093A1"/>
                </a:solidFill>
                <a:effectLst/>
              </a:rPr>
              <a:t>      "</a:t>
            </a:r>
            <a:r>
              <a:rPr lang="en-US" dirty="0" err="1">
                <a:solidFill>
                  <a:srgbClr val="0093A1"/>
                </a:solidFill>
                <a:effectLst/>
              </a:rPr>
              <a:t>BackgroundColor</a:t>
            </a:r>
            <a:r>
              <a:rPr lang="en-US" dirty="0">
                <a:solidFill>
                  <a:srgbClr val="0093A1"/>
                </a:solidFill>
                <a:effectLst/>
              </a:rPr>
              <a:t>": "#b956ff ",</a:t>
            </a:r>
            <a:br>
              <a:rPr lang="en-US" dirty="0">
                <a:solidFill>
                  <a:srgbClr val="0093A1"/>
                </a:solidFill>
                <a:effectLst/>
              </a:rPr>
            </a:br>
            <a:r>
              <a:rPr lang="en-US" dirty="0">
                <a:solidFill>
                  <a:srgbClr val="0093A1"/>
                </a:solidFill>
                <a:effectLst/>
              </a:rPr>
              <a:t>      "</a:t>
            </a:r>
            <a:r>
              <a:rPr lang="en-US" dirty="0" err="1">
                <a:solidFill>
                  <a:srgbClr val="0093A1"/>
                </a:solidFill>
                <a:effectLst/>
              </a:rPr>
              <a:t>BackgroundImage</a:t>
            </a:r>
            <a:r>
              <a:rPr lang="en-US" dirty="0">
                <a:solidFill>
                  <a:srgbClr val="0093A1"/>
                </a:solidFill>
                <a:effectLst/>
              </a:rPr>
              <a:t>": "https://</a:t>
            </a:r>
            <a:r>
              <a:rPr lang="en-US" dirty="0" err="1">
                <a:solidFill>
                  <a:srgbClr val="0093A1"/>
                </a:solidFill>
                <a:effectLst/>
              </a:rPr>
              <a:t>archives.bulbagarden.net</a:t>
            </a:r>
            <a:r>
              <a:rPr lang="en-US" dirty="0">
                <a:solidFill>
                  <a:srgbClr val="0093A1"/>
                </a:solidFill>
                <a:effectLst/>
              </a:rPr>
              <a:t>/media/upload/8/8d/</a:t>
            </a:r>
            <a:r>
              <a:rPr lang="en-US" dirty="0" err="1">
                <a:solidFill>
                  <a:srgbClr val="0093A1"/>
                </a:solidFill>
                <a:effectLst/>
              </a:rPr>
              <a:t>Vermilion_City_FRLG.png</a:t>
            </a:r>
            <a:r>
              <a:rPr lang="en-US" dirty="0">
                <a:solidFill>
                  <a:srgbClr val="0093A1"/>
                </a:solidFill>
                <a:effectLst/>
              </a:rPr>
              <a:t>"</a:t>
            </a:r>
            <a:br>
              <a:rPr lang="en-US" dirty="0">
                <a:solidFill>
                  <a:srgbClr val="0093A1"/>
                </a:solidFill>
                <a:effectLst/>
              </a:rPr>
            </a:br>
            <a:r>
              <a:rPr lang="en-US" dirty="0">
                <a:solidFill>
                  <a:srgbClr val="0093A1"/>
                </a:solidFill>
                <a:effectLst/>
              </a:rPr>
              <a:t>    }</a:t>
            </a:r>
            <a:br>
              <a:rPr lang="en-US" dirty="0">
                <a:solidFill>
                  <a:srgbClr val="0093A1"/>
                </a:solidFill>
                <a:effectLst/>
              </a:rPr>
            </a:br>
            <a:r>
              <a:rPr lang="en-US" dirty="0">
                <a:solidFill>
                  <a:srgbClr val="0093A1"/>
                </a:solidFill>
                <a:effectLst/>
              </a:rPr>
              <a:t> </a:t>
            </a:r>
            <a:endParaRPr lang="en-US" dirty="0"/>
          </a:p>
        </p:txBody>
      </p:sp>
      <p:sp>
        <p:nvSpPr>
          <p:cNvPr id="4" name="Slide Number Placeholder 3"/>
          <p:cNvSpPr>
            <a:spLocks noGrp="1"/>
          </p:cNvSpPr>
          <p:nvPr>
            <p:ph type="sldNum" sz="quarter" idx="5"/>
          </p:nvPr>
        </p:nvSpPr>
        <p:spPr/>
        <p:txBody>
          <a:bodyPr/>
          <a:lstStyle/>
          <a:p>
            <a:fld id="{4970B036-1422-4C36-8158-C30E1C0769EB}" type="slidenum">
              <a:rPr lang="nl-NL" smtClean="0"/>
              <a:t>34</a:t>
            </a:fld>
            <a:endParaRPr lang="nl-NL"/>
          </a:p>
        </p:txBody>
      </p:sp>
    </p:spTree>
    <p:extLst>
      <p:ext uri="{BB962C8B-B14F-4D97-AF65-F5344CB8AC3E}">
        <p14:creationId xmlns:p14="http://schemas.microsoft.com/office/powerpoint/2010/main" val="4487912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71307B-333B-4591-8BC7-DC50216CB4AA}"/>
              </a:ext>
            </a:extLst>
          </p:cNvPr>
          <p:cNvSpPr>
            <a:spLocks noGrp="1"/>
          </p:cNvSpPr>
          <p:nvPr>
            <p:ph type="ctrTitle"/>
          </p:nvPr>
        </p:nvSpPr>
        <p:spPr>
          <a:xfrm>
            <a:off x="792000" y="1324800"/>
            <a:ext cx="9648000" cy="2387600"/>
          </a:xfrm>
        </p:spPr>
        <p:txBody>
          <a:bodyPr anchor="t" anchorCtr="0"/>
          <a:lstStyle>
            <a:lvl1pPr algn="l">
              <a:defRPr sz="4700">
                <a:solidFill>
                  <a:schemeClr val="bg1"/>
                </a:solidFill>
              </a:defRPr>
            </a:lvl1pPr>
          </a:lstStyle>
          <a:p>
            <a:r>
              <a:rPr lang="en-US"/>
              <a:t>Click to edit Master title style</a:t>
            </a:r>
            <a:endParaRPr lang="nl-NL" dirty="0"/>
          </a:p>
        </p:txBody>
      </p:sp>
      <p:sp>
        <p:nvSpPr>
          <p:cNvPr id="3" name="Ondertitel 2">
            <a:extLst>
              <a:ext uri="{FF2B5EF4-FFF2-40B4-BE49-F238E27FC236}">
                <a16:creationId xmlns:a16="http://schemas.microsoft.com/office/drawing/2014/main" id="{CE0477F3-851B-4CC7-8C61-61E6ABC6C330}"/>
              </a:ext>
            </a:extLst>
          </p:cNvPr>
          <p:cNvSpPr>
            <a:spLocks noGrp="1"/>
          </p:cNvSpPr>
          <p:nvPr>
            <p:ph type="subTitle" idx="1"/>
          </p:nvPr>
        </p:nvSpPr>
        <p:spPr>
          <a:xfrm>
            <a:off x="792000" y="3712400"/>
            <a:ext cx="9648000" cy="1545400"/>
          </a:xfrm>
        </p:spPr>
        <p:txBody>
          <a:bodyPr/>
          <a:lstStyle>
            <a:lvl1pPr marL="0" indent="0" algn="l">
              <a:lnSpc>
                <a:spcPct val="105000"/>
              </a:lnSpc>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dirty="0"/>
          </a:p>
        </p:txBody>
      </p:sp>
      <p:grpSp>
        <p:nvGrpSpPr>
          <p:cNvPr id="15" name="Groep 14">
            <a:extLst>
              <a:ext uri="{FF2B5EF4-FFF2-40B4-BE49-F238E27FC236}">
                <a16:creationId xmlns:a16="http://schemas.microsoft.com/office/drawing/2014/main" id="{50B04124-1E68-4203-A398-300DE8A9B0B3}"/>
              </a:ext>
            </a:extLst>
          </p:cNvPr>
          <p:cNvGrpSpPr/>
          <p:nvPr userDrawn="1"/>
        </p:nvGrpSpPr>
        <p:grpSpPr>
          <a:xfrm>
            <a:off x="-2172832" y="152630"/>
            <a:ext cx="2046443" cy="2135136"/>
            <a:chOff x="-2172832" y="1897500"/>
            <a:chExt cx="2046443" cy="2135136"/>
          </a:xfrm>
        </p:grpSpPr>
        <p:sp>
          <p:nvSpPr>
            <p:cNvPr id="16" name="Toelichting 2">
              <a:extLst>
                <a:ext uri="{FF2B5EF4-FFF2-40B4-BE49-F238E27FC236}">
                  <a16:creationId xmlns:a16="http://schemas.microsoft.com/office/drawing/2014/main" id="{EF5FCD81-6E8D-44ED-B3BB-3D7A2722A3CE}"/>
                </a:ext>
              </a:extLst>
            </p:cNvPr>
            <p:cNvSpPr txBox="1"/>
            <p:nvPr userDrawn="1"/>
          </p:nvSpPr>
          <p:spPr>
            <a:xfrm>
              <a:off x="-2172832" y="1897500"/>
              <a:ext cx="2046443" cy="1846659"/>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Nieuwe dia</a:t>
              </a:r>
              <a:endParaRPr lang="nl-NL" sz="1000" baseline="0" noProof="1">
                <a:solidFill>
                  <a:schemeClr val="accent2"/>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Klik op de </a:t>
              </a:r>
              <a:r>
                <a:rPr lang="nl-NL" sz="1000" b="1" baseline="0" noProof="1">
                  <a:solidFill>
                    <a:schemeClr val="tx1"/>
                  </a:solidFill>
                  <a:latin typeface="+mn-lt"/>
                  <a:cs typeface="Arial" panose="020B0604020202020204" pitchFamily="34" charset="0"/>
                </a:rPr>
                <a:t>Start</a:t>
              </a:r>
              <a:r>
                <a:rPr lang="nl-NL" sz="1000" baseline="0" noProof="1">
                  <a:solidFill>
                    <a:schemeClr val="tx1"/>
                  </a:solidFill>
                  <a:latin typeface="+mn-lt"/>
                  <a:cs typeface="Arial" panose="020B0604020202020204" pitchFamily="34" charset="0"/>
                </a:rPr>
                <a:t>-tab </a:t>
              </a:r>
              <a:r>
                <a:rPr lang="nl-NL" sz="1000" u="sng" baseline="0" noProof="1">
                  <a:solidFill>
                    <a:schemeClr val="tx1"/>
                  </a:solidFill>
                  <a:latin typeface="+mn-lt"/>
                  <a:cs typeface="Arial" panose="020B0604020202020204" pitchFamily="34" charset="0"/>
                </a:rPr>
                <a:t>op het tekstje onder </a:t>
              </a:r>
              <a:r>
                <a:rPr lang="nl-NL" sz="1000" baseline="0" noProof="1">
                  <a:solidFill>
                    <a:schemeClr val="tx1"/>
                  </a:solidFill>
                  <a:latin typeface="+mn-lt"/>
                  <a:cs typeface="Arial" panose="020B0604020202020204" pitchFamily="34" charset="0"/>
                </a:rPr>
                <a:t>het pictogram </a:t>
              </a:r>
              <a:r>
                <a:rPr lang="nl-NL" sz="1000" b="1" baseline="0" noProof="1">
                  <a:solidFill>
                    <a:schemeClr val="tx1"/>
                  </a:solidFill>
                  <a:latin typeface="+mn-lt"/>
                  <a:cs typeface="Arial" panose="020B0604020202020204" pitchFamily="34" charset="0"/>
                </a:rPr>
                <a:t>Nieuwe dia</a:t>
              </a:r>
              <a:r>
                <a:rPr lang="nl-NL" sz="1000" baseline="0" noProof="1">
                  <a:solidFill>
                    <a:schemeClr val="tx1"/>
                  </a:solidFill>
                  <a:latin typeface="+mn-lt"/>
                  <a:cs typeface="Arial" panose="020B0604020202020204" pitchFamily="34" charset="0"/>
                </a:rPr>
                <a:t>:</a:t>
              </a: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1" baseline="0" noProof="1">
                <a:solidFill>
                  <a:schemeClr val="tx1"/>
                </a:solidFill>
                <a:latin typeface="+mn-lt"/>
                <a:cs typeface="Arial" panose="020B0604020202020204" pitchFamily="34" charset="0"/>
              </a:endParaRPr>
            </a:p>
            <a:p>
              <a:pPr>
                <a:lnSpc>
                  <a:spcPct val="100000"/>
                </a:lnSpc>
              </a:pPr>
              <a:r>
                <a:rPr lang="nl-NL" sz="1000" b="1" baseline="0" noProof="1">
                  <a:solidFill>
                    <a:schemeClr val="accent2"/>
                  </a:solidFill>
                  <a:latin typeface="+mn-lt"/>
                  <a:cs typeface="Arial" panose="020B0604020202020204" pitchFamily="34" charset="0"/>
                </a:rPr>
                <a:t>Andere indeling voor huidige dia</a:t>
              </a:r>
            </a:p>
            <a:p>
              <a:pPr>
                <a:lnSpc>
                  <a:spcPct val="100000"/>
                </a:lnSpc>
              </a:pPr>
              <a:r>
                <a:rPr lang="nl-NL" sz="1000" b="0" baseline="0" noProof="1">
                  <a:solidFill>
                    <a:schemeClr val="tx1"/>
                  </a:solidFill>
                  <a:latin typeface="+mn-lt"/>
                  <a:cs typeface="Arial" panose="020B0604020202020204" pitchFamily="34" charset="0"/>
                </a:rPr>
                <a:t>Klik op de </a:t>
              </a:r>
              <a:r>
                <a:rPr lang="nl-NL" sz="1000" b="1" baseline="0" noProof="1">
                  <a:solidFill>
                    <a:schemeClr val="tx1"/>
                  </a:solidFill>
                  <a:latin typeface="+mn-lt"/>
                  <a:cs typeface="Arial" panose="020B0604020202020204" pitchFamily="34" charset="0"/>
                </a:rPr>
                <a:t>Start</a:t>
              </a:r>
              <a:r>
                <a:rPr lang="nl-NL" sz="1000" b="0" baseline="0" noProof="1">
                  <a:solidFill>
                    <a:schemeClr val="tx1"/>
                  </a:solidFill>
                  <a:latin typeface="+mn-lt"/>
                  <a:cs typeface="Arial" panose="020B0604020202020204" pitchFamily="34" charset="0"/>
                </a:rPr>
                <a:t>-tab op Indeling:</a:t>
              </a:r>
            </a:p>
          </p:txBody>
        </p:sp>
        <p:pic>
          <p:nvPicPr>
            <p:cNvPr id="17" name="Afbeelding 16">
              <a:extLst>
                <a:ext uri="{FF2B5EF4-FFF2-40B4-BE49-F238E27FC236}">
                  <a16:creationId xmlns:a16="http://schemas.microsoft.com/office/drawing/2014/main" id="{EC14DE48-4F0E-43EC-B736-6BEEB06E6521}"/>
                </a:ext>
              </a:extLst>
            </p:cNvPr>
            <p:cNvPicPr>
              <a:picLocks noChangeAspect="1"/>
            </p:cNvPicPr>
            <p:nvPr userDrawn="1"/>
          </p:nvPicPr>
          <p:blipFill>
            <a:blip r:embed="rId2"/>
            <a:stretch>
              <a:fillRect/>
            </a:stretch>
          </p:blipFill>
          <p:spPr>
            <a:xfrm>
              <a:off x="-1720819" y="2405204"/>
              <a:ext cx="514350" cy="762000"/>
            </a:xfrm>
            <a:prstGeom prst="rect">
              <a:avLst/>
            </a:prstGeom>
          </p:spPr>
        </p:pic>
        <p:sp>
          <p:nvSpPr>
            <p:cNvPr id="18" name="Pijl: links 17">
              <a:extLst>
                <a:ext uri="{FF2B5EF4-FFF2-40B4-BE49-F238E27FC236}">
                  <a16:creationId xmlns:a16="http://schemas.microsoft.com/office/drawing/2014/main" id="{BEFD3151-502C-4722-9080-A1720BC9EAF8}"/>
                </a:ext>
              </a:extLst>
            </p:cNvPr>
            <p:cNvSpPr/>
            <p:nvPr userDrawn="1"/>
          </p:nvSpPr>
          <p:spPr>
            <a:xfrm>
              <a:off x="-1249266" y="2906162"/>
              <a:ext cx="514350" cy="181070"/>
            </a:xfrm>
            <a:prstGeom prst="lef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nl-NL">
                <a:solidFill>
                  <a:schemeClr val="tx1"/>
                </a:solidFill>
              </a:endParaRPr>
            </a:p>
          </p:txBody>
        </p:sp>
        <p:pic>
          <p:nvPicPr>
            <p:cNvPr id="19" name="Afbeelding 18">
              <a:extLst>
                <a:ext uri="{FF2B5EF4-FFF2-40B4-BE49-F238E27FC236}">
                  <a16:creationId xmlns:a16="http://schemas.microsoft.com/office/drawing/2014/main" id="{24130D00-8AA9-4DA1-8F00-36B2187743C9}"/>
                </a:ext>
              </a:extLst>
            </p:cNvPr>
            <p:cNvPicPr>
              <a:picLocks noChangeAspect="1"/>
            </p:cNvPicPr>
            <p:nvPr userDrawn="1"/>
          </p:nvPicPr>
          <p:blipFill>
            <a:blip r:embed="rId3"/>
            <a:stretch>
              <a:fillRect/>
            </a:stretch>
          </p:blipFill>
          <p:spPr>
            <a:xfrm>
              <a:off x="-1730279" y="3784986"/>
              <a:ext cx="962025" cy="247650"/>
            </a:xfrm>
            <a:prstGeom prst="rect">
              <a:avLst/>
            </a:prstGeom>
          </p:spPr>
        </p:pic>
      </p:grpSp>
      <p:pic>
        <p:nvPicPr>
          <p:cNvPr id="22" name="Afbeelding 21" descr="Afbeelding met tekst, kruiswoordpuzzel&#10;&#10;Beschrijving is gegenereerd met hoge betrouwbaarheid">
            <a:extLst>
              <a:ext uri="{FF2B5EF4-FFF2-40B4-BE49-F238E27FC236}">
                <a16:creationId xmlns:a16="http://schemas.microsoft.com/office/drawing/2014/main" id="{B13FCDC4-A14A-484F-9DBF-06586F7A83D2}"/>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792000" y="891306"/>
            <a:ext cx="266699" cy="222250"/>
          </a:xfrm>
          <a:prstGeom prst="rect">
            <a:avLst/>
          </a:prstGeom>
        </p:spPr>
      </p:pic>
      <p:pic>
        <p:nvPicPr>
          <p:cNvPr id="24" name="Afbeelding 23">
            <a:extLst>
              <a:ext uri="{FF2B5EF4-FFF2-40B4-BE49-F238E27FC236}">
                <a16:creationId xmlns:a16="http://schemas.microsoft.com/office/drawing/2014/main" id="{74C25534-E1F7-408F-971A-A92512CE1232}"/>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792000" y="5862216"/>
            <a:ext cx="1558406" cy="476672"/>
          </a:xfrm>
          <a:prstGeom prst="rect">
            <a:avLst/>
          </a:prstGeom>
        </p:spPr>
      </p:pic>
      <p:pic>
        <p:nvPicPr>
          <p:cNvPr id="4" name="Afbeelding 3">
            <a:extLst>
              <a:ext uri="{FF2B5EF4-FFF2-40B4-BE49-F238E27FC236}">
                <a16:creationId xmlns:a16="http://schemas.microsoft.com/office/drawing/2014/main" id="{54B706E4-A4BE-477F-82CC-F72E42955CBD}"/>
              </a:ext>
            </a:extLst>
          </p:cNvPr>
          <p:cNvPicPr>
            <a:picLocks noChangeAspect="1"/>
          </p:cNvPicPr>
          <p:nvPr userDrawn="1"/>
        </p:nvPicPr>
        <p:blipFill>
          <a:blip r:embed="rId6"/>
          <a:stretch>
            <a:fillRect/>
          </a:stretch>
        </p:blipFill>
        <p:spPr>
          <a:xfrm>
            <a:off x="9625362" y="4334037"/>
            <a:ext cx="2566638" cy="2523963"/>
          </a:xfrm>
          <a:prstGeom prst="rect">
            <a:avLst/>
          </a:prstGeom>
        </p:spPr>
      </p:pic>
      <p:pic>
        <p:nvPicPr>
          <p:cNvPr id="6" name="Afbeelding 5">
            <a:extLst>
              <a:ext uri="{FF2B5EF4-FFF2-40B4-BE49-F238E27FC236}">
                <a16:creationId xmlns:a16="http://schemas.microsoft.com/office/drawing/2014/main" id="{C837B75C-F199-4271-B6BD-AF8B451AE845}"/>
              </a:ext>
            </a:extLst>
          </p:cNvPr>
          <p:cNvPicPr>
            <a:picLocks noChangeAspect="1"/>
          </p:cNvPicPr>
          <p:nvPr userDrawn="1"/>
        </p:nvPicPr>
        <p:blipFill>
          <a:blip r:embed="rId7"/>
          <a:stretch>
            <a:fillRect/>
          </a:stretch>
        </p:blipFill>
        <p:spPr>
          <a:xfrm>
            <a:off x="-2020432" y="4534453"/>
            <a:ext cx="1827354" cy="1067068"/>
          </a:xfrm>
          <a:prstGeom prst="rect">
            <a:avLst/>
          </a:prstGeom>
        </p:spPr>
      </p:pic>
      <p:sp>
        <p:nvSpPr>
          <p:cNvPr id="14" name="Toelichting 2">
            <a:extLst>
              <a:ext uri="{FF2B5EF4-FFF2-40B4-BE49-F238E27FC236}">
                <a16:creationId xmlns:a16="http://schemas.microsoft.com/office/drawing/2014/main" id="{D5AA82F1-8152-40F5-9057-E87AE0364625}"/>
              </a:ext>
            </a:extLst>
          </p:cNvPr>
          <p:cNvSpPr txBox="1"/>
          <p:nvPr userDrawn="1"/>
        </p:nvSpPr>
        <p:spPr>
          <a:xfrm>
            <a:off x="-2172832" y="2500247"/>
            <a:ext cx="2141781" cy="4308872"/>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Licht of donker</a:t>
            </a:r>
          </a:p>
          <a:p>
            <a:pPr>
              <a:lnSpc>
                <a:spcPct val="100000"/>
              </a:lnSpc>
            </a:pPr>
            <a:r>
              <a:rPr lang="nl-NL" sz="1000" b="0" baseline="0" noProof="1">
                <a:solidFill>
                  <a:schemeClr val="tx1"/>
                </a:solidFill>
                <a:latin typeface="+mn-lt"/>
                <a:cs typeface="Arial" panose="020B0604020202020204" pitchFamily="34" charset="0"/>
              </a:rPr>
              <a:t>Deze template bevat twee ontwerpen: één met voornamelijk witte en één met voornamelijk donkergrijze achtergronden.</a:t>
            </a:r>
          </a:p>
          <a:p>
            <a:pPr>
              <a:lnSpc>
                <a:spcPct val="100000"/>
              </a:lnSpc>
            </a:pPr>
            <a:endParaRPr lang="nl-NL" sz="1000" b="0" baseline="0" noProof="1">
              <a:solidFill>
                <a:schemeClr val="tx1"/>
              </a:solidFill>
              <a:latin typeface="+mn-lt"/>
              <a:cs typeface="Arial" panose="020B0604020202020204" pitchFamily="34" charset="0"/>
            </a:endParaRPr>
          </a:p>
          <a:p>
            <a:pPr>
              <a:lnSpc>
                <a:spcPct val="100000"/>
              </a:lnSpc>
            </a:pPr>
            <a:r>
              <a:rPr lang="nl-NL" sz="1000" b="0" baseline="0" noProof="1">
                <a:solidFill>
                  <a:schemeClr val="tx1"/>
                </a:solidFill>
                <a:latin typeface="+mn-lt"/>
                <a:cs typeface="Arial" panose="020B0604020202020204" pitchFamily="34" charset="0"/>
              </a:rPr>
              <a:t>In de ruimte waar je presenteert kun je kiezen welke van de twee het prettigst is. Je kiest één van de twee ontwerpen als volgt:</a:t>
            </a: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Klik op tab </a:t>
            </a:r>
            <a:r>
              <a:rPr lang="nl-NL" sz="1000" b="1" baseline="0" noProof="1">
                <a:solidFill>
                  <a:schemeClr val="tx1"/>
                </a:solidFill>
                <a:latin typeface="+mn-lt"/>
                <a:cs typeface="Arial" panose="020B0604020202020204" pitchFamily="34" charset="0"/>
              </a:rPr>
              <a:t>Ontwerpen</a:t>
            </a: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Uiterst links staan de twee ontwerpen van InfoSupport:</a:t>
            </a: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Klik op het gewenste ontwerp.</a:t>
            </a: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Alle dia’s in je presentatie worden omgezet naar dat ontwerp.</a:t>
            </a:r>
          </a:p>
          <a:p>
            <a:pPr marL="0" indent="0">
              <a:lnSpc>
                <a:spcPct val="100000"/>
              </a:lnSpc>
              <a:buFont typeface="Arial" panose="020B0604020202020204" pitchFamily="34" charset="0"/>
              <a:buNone/>
            </a:pPr>
            <a:endParaRPr lang="nl-NL" sz="1000" b="0" i="1"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00" b="0" i="1" baseline="0" noProof="1">
                <a:solidFill>
                  <a:schemeClr val="tx1"/>
                </a:solidFill>
                <a:latin typeface="+mn-lt"/>
                <a:cs typeface="Arial" panose="020B0604020202020204" pitchFamily="34" charset="0"/>
              </a:rPr>
              <a:t>Let op: eventueel handmatig opgemaakte dia’s worden </a:t>
            </a:r>
            <a:r>
              <a:rPr lang="nl-NL" sz="1000" b="0" i="1" u="sng" baseline="0" noProof="1">
                <a:solidFill>
                  <a:schemeClr val="tx1"/>
                </a:solidFill>
                <a:latin typeface="+mn-lt"/>
                <a:cs typeface="Arial" panose="020B0604020202020204" pitchFamily="34" charset="0"/>
              </a:rPr>
              <a:t>niet</a:t>
            </a:r>
            <a:r>
              <a:rPr lang="nl-NL" sz="1000" b="0" i="1" baseline="0" noProof="1">
                <a:solidFill>
                  <a:schemeClr val="tx1"/>
                </a:solidFill>
                <a:latin typeface="+mn-lt"/>
                <a:cs typeface="Arial" panose="020B0604020202020204" pitchFamily="34" charset="0"/>
              </a:rPr>
              <a:t> omgezet.</a:t>
            </a:r>
          </a:p>
        </p:txBody>
      </p:sp>
    </p:spTree>
    <p:extLst>
      <p:ext uri="{BB962C8B-B14F-4D97-AF65-F5344CB8AC3E}">
        <p14:creationId xmlns:p14="http://schemas.microsoft.com/office/powerpoint/2010/main" val="1918247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dia met donkere foto">
    <p:bg>
      <p:bgPr>
        <a:solidFill>
          <a:schemeClr val="bg1"/>
        </a:solidFill>
        <a:effectLst/>
      </p:bgPr>
    </p:bg>
    <p:spTree>
      <p:nvGrpSpPr>
        <p:cNvPr id="1" name=""/>
        <p:cNvGrpSpPr/>
        <p:nvPr/>
      </p:nvGrpSpPr>
      <p:grpSpPr>
        <a:xfrm>
          <a:off x="0" y="0"/>
          <a:ext cx="0" cy="0"/>
          <a:chOff x="0" y="0"/>
          <a:chExt cx="0" cy="0"/>
        </a:xfrm>
      </p:grpSpPr>
      <p:sp>
        <p:nvSpPr>
          <p:cNvPr id="22" name="Tijdelijke aanduiding voor afbeelding 21">
            <a:extLst>
              <a:ext uri="{FF2B5EF4-FFF2-40B4-BE49-F238E27FC236}">
                <a16:creationId xmlns:a16="http://schemas.microsoft.com/office/drawing/2014/main" id="{128520C4-8B76-4C22-9A16-F93551D3C168}"/>
              </a:ext>
            </a:extLst>
          </p:cNvPr>
          <p:cNvSpPr>
            <a:spLocks noGrp="1"/>
          </p:cNvSpPr>
          <p:nvPr>
            <p:ph type="pic" sz="quarter" idx="16"/>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66000 h 6858000"/>
              <a:gd name="connsiteX3" fmla="*/ 11400000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66000"/>
                </a:lnTo>
                <a:lnTo>
                  <a:pt x="11400000" y="6858000"/>
                </a:lnTo>
                <a:lnTo>
                  <a:pt x="0" y="6858000"/>
                </a:lnTo>
                <a:close/>
              </a:path>
            </a:pathLst>
          </a:custGeom>
          <a:solidFill>
            <a:srgbClr val="5F5F5F"/>
          </a:solidFill>
        </p:spPr>
        <p:txBody>
          <a:bodyPr wrap="square">
            <a:noAutofit/>
          </a:bodyPr>
          <a:lstStyle>
            <a:lvl1pPr marL="0" indent="0" algn="ctr">
              <a:lnSpc>
                <a:spcPct val="100000"/>
              </a:lnSpc>
              <a:buNone/>
              <a:defRPr>
                <a:solidFill>
                  <a:schemeClr val="bg1"/>
                </a:solidFill>
              </a:defRPr>
            </a:lvl1pPr>
          </a:lstStyle>
          <a:p>
            <a:r>
              <a:rPr lang="en-US"/>
              <a:t>Click icon to add picture</a:t>
            </a:r>
            <a:endParaRPr lang="nl-NL" dirty="0"/>
          </a:p>
        </p:txBody>
      </p:sp>
      <p:sp>
        <p:nvSpPr>
          <p:cNvPr id="2" name="Titel 1">
            <a:extLst>
              <a:ext uri="{FF2B5EF4-FFF2-40B4-BE49-F238E27FC236}">
                <a16:creationId xmlns:a16="http://schemas.microsoft.com/office/drawing/2014/main" id="{D571307B-333B-4591-8BC7-DC50216CB4AA}"/>
              </a:ext>
            </a:extLst>
          </p:cNvPr>
          <p:cNvSpPr>
            <a:spLocks noGrp="1"/>
          </p:cNvSpPr>
          <p:nvPr>
            <p:ph type="ctrTitle"/>
          </p:nvPr>
        </p:nvSpPr>
        <p:spPr>
          <a:xfrm>
            <a:off x="792000" y="1324800"/>
            <a:ext cx="9648000" cy="1865600"/>
          </a:xfrm>
        </p:spPr>
        <p:txBody>
          <a:bodyPr anchor="t" anchorCtr="0"/>
          <a:lstStyle>
            <a:lvl1pPr algn="l">
              <a:defRPr sz="4700">
                <a:solidFill>
                  <a:schemeClr val="bg1"/>
                </a:solidFill>
              </a:defRPr>
            </a:lvl1pPr>
          </a:lstStyle>
          <a:p>
            <a:r>
              <a:rPr lang="en-US"/>
              <a:t>Click to edit Master title style</a:t>
            </a:r>
            <a:endParaRPr lang="nl-NL" dirty="0"/>
          </a:p>
        </p:txBody>
      </p:sp>
      <p:sp>
        <p:nvSpPr>
          <p:cNvPr id="3" name="Ondertitel 2">
            <a:extLst>
              <a:ext uri="{FF2B5EF4-FFF2-40B4-BE49-F238E27FC236}">
                <a16:creationId xmlns:a16="http://schemas.microsoft.com/office/drawing/2014/main" id="{CE0477F3-851B-4CC7-8C61-61E6ABC6C330}"/>
              </a:ext>
            </a:extLst>
          </p:cNvPr>
          <p:cNvSpPr>
            <a:spLocks noGrp="1"/>
          </p:cNvSpPr>
          <p:nvPr>
            <p:ph type="subTitle" idx="1"/>
          </p:nvPr>
        </p:nvSpPr>
        <p:spPr>
          <a:xfrm>
            <a:off x="792000" y="3712400"/>
            <a:ext cx="9648000" cy="1545400"/>
          </a:xfrm>
        </p:spPr>
        <p:txBody>
          <a:bodyPr/>
          <a:lstStyle>
            <a:lvl1pPr marL="0" indent="0" algn="l">
              <a:lnSpc>
                <a:spcPct val="105000"/>
              </a:lnSpc>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dirty="0"/>
          </a:p>
        </p:txBody>
      </p:sp>
      <p:sp>
        <p:nvSpPr>
          <p:cNvPr id="9" name="Tijdelijke aanduiding voor tekst 8">
            <a:extLst>
              <a:ext uri="{FF2B5EF4-FFF2-40B4-BE49-F238E27FC236}">
                <a16:creationId xmlns:a16="http://schemas.microsoft.com/office/drawing/2014/main" id="{0CD97FCA-990D-428D-B8B1-866C08E2C5F9}"/>
              </a:ext>
            </a:extLst>
          </p:cNvPr>
          <p:cNvSpPr>
            <a:spLocks noGrp="1"/>
          </p:cNvSpPr>
          <p:nvPr>
            <p:ph type="body" sz="quarter" idx="17" hasCustomPrompt="1"/>
          </p:nvPr>
        </p:nvSpPr>
        <p:spPr>
          <a:xfrm>
            <a:off x="792000" y="892800"/>
            <a:ext cx="266400" cy="223200"/>
          </a:xfrm>
          <a:blipFill dpi="0" rotWithShape="1">
            <a:blip r:embed="rId2"/>
            <a:srcRect/>
            <a:stretch>
              <a:fillRect/>
            </a:stretch>
          </a:blipFill>
        </p:spPr>
        <p:txBody>
          <a:bodyPr>
            <a:normAutofit/>
          </a:bodyPr>
          <a:lstStyle>
            <a:lvl1pPr marL="0" indent="0" algn="l">
              <a:lnSpc>
                <a:spcPct val="100000"/>
              </a:lnSpc>
              <a:buNone/>
              <a:defRPr sz="100">
                <a:solidFill>
                  <a:schemeClr val="bg1"/>
                </a:solidFill>
              </a:defRPr>
            </a:lvl1pPr>
            <a:lvl2pPr>
              <a:defRPr sz="100">
                <a:solidFill>
                  <a:schemeClr val="bg1"/>
                </a:solidFill>
              </a:defRPr>
            </a:lvl2pPr>
            <a:lvl3pPr>
              <a:defRPr sz="100">
                <a:solidFill>
                  <a:schemeClr val="bg1"/>
                </a:solidFill>
              </a:defRPr>
            </a:lvl3pPr>
            <a:lvl4pPr>
              <a:defRPr sz="100">
                <a:solidFill>
                  <a:schemeClr val="bg1"/>
                </a:solidFill>
              </a:defRPr>
            </a:lvl4pPr>
            <a:lvl5pPr>
              <a:defRPr sz="100">
                <a:solidFill>
                  <a:schemeClr val="bg1"/>
                </a:solidFill>
              </a:defRPr>
            </a:lvl5pPr>
          </a:lstStyle>
          <a:p>
            <a:pPr lvl="0"/>
            <a:r>
              <a:rPr lang="nl-NL" dirty="0"/>
              <a:t> </a:t>
            </a:r>
          </a:p>
        </p:txBody>
      </p:sp>
      <p:sp>
        <p:nvSpPr>
          <p:cNvPr id="14" name="Tijdelijke aanduiding voor tekst 13">
            <a:extLst>
              <a:ext uri="{FF2B5EF4-FFF2-40B4-BE49-F238E27FC236}">
                <a16:creationId xmlns:a16="http://schemas.microsoft.com/office/drawing/2014/main" id="{ACDA0D89-AC29-4AF7-A2B0-B1C1CD4F1403}"/>
              </a:ext>
            </a:extLst>
          </p:cNvPr>
          <p:cNvSpPr>
            <a:spLocks noGrp="1"/>
          </p:cNvSpPr>
          <p:nvPr>
            <p:ph type="body" sz="quarter" idx="18" hasCustomPrompt="1"/>
          </p:nvPr>
        </p:nvSpPr>
        <p:spPr>
          <a:xfrm>
            <a:off x="792000" y="5860800"/>
            <a:ext cx="1558800" cy="475200"/>
          </a:xfrm>
          <a:blipFill>
            <a:blip r:embed="rId3"/>
            <a:stretch>
              <a:fillRect/>
            </a:stretch>
          </a:blipFill>
        </p:spPr>
        <p:txBody>
          <a:bodyPr>
            <a:normAutofit/>
          </a:bodyPr>
          <a:lstStyle>
            <a:lvl1pPr marL="0" indent="0">
              <a:buNone/>
              <a:defRPr sz="100">
                <a:solidFill>
                  <a:schemeClr val="accent5"/>
                </a:solidFill>
              </a:defRPr>
            </a:lvl1pPr>
          </a:lstStyle>
          <a:p>
            <a:pPr lvl="0"/>
            <a:r>
              <a:rPr lang="nl-NL" dirty="0"/>
              <a:t> </a:t>
            </a:r>
          </a:p>
        </p:txBody>
      </p:sp>
      <p:sp>
        <p:nvSpPr>
          <p:cNvPr id="24" name="Toelichting 2">
            <a:extLst>
              <a:ext uri="{FF2B5EF4-FFF2-40B4-BE49-F238E27FC236}">
                <a16:creationId xmlns:a16="http://schemas.microsoft.com/office/drawing/2014/main" id="{A25424A8-6ADE-4C80-B106-497161FBD436}"/>
              </a:ext>
            </a:extLst>
          </p:cNvPr>
          <p:cNvSpPr txBox="1"/>
          <p:nvPr userDrawn="1"/>
        </p:nvSpPr>
        <p:spPr>
          <a:xfrm>
            <a:off x="12358572" y="3201792"/>
            <a:ext cx="2031009" cy="3554819"/>
          </a:xfrm>
          <a:prstGeom prst="rect">
            <a:avLst/>
          </a:prstGeom>
          <a:noFill/>
        </p:spPr>
        <p:txBody>
          <a:bodyPr wrap="square" lIns="0" tIns="0" rIns="0" bIns="0" rtlCol="0">
            <a:spAutoFit/>
          </a:bodyPr>
          <a:lstStyle/>
          <a:p>
            <a:pPr>
              <a:lnSpc>
                <a:spcPct val="100000"/>
              </a:lnSpc>
            </a:pPr>
            <a:r>
              <a:rPr lang="nl-NL" sz="1050" b="1" baseline="0" noProof="1">
                <a:solidFill>
                  <a:schemeClr val="tx2"/>
                </a:solidFill>
                <a:latin typeface="+mn-lt"/>
                <a:cs typeface="Arial" panose="020B0604020202020204" pitchFamily="34" charset="0"/>
              </a:rPr>
              <a:t>Foto instellen</a:t>
            </a:r>
          </a:p>
          <a:p>
            <a:pPr>
              <a:lnSpc>
                <a:spcPct val="100000"/>
              </a:lnSpc>
            </a:pPr>
            <a:r>
              <a:rPr lang="nl-NL" sz="1050" baseline="0" noProof="1">
                <a:solidFill>
                  <a:schemeClr val="tx1"/>
                </a:solidFill>
                <a:latin typeface="+mn-lt"/>
                <a:cs typeface="Arial" panose="020B0604020202020204" pitchFamily="34" charset="0"/>
              </a:rPr>
              <a:t>Het fotokader wordt altijd vanuit het midden van de gekozen foto gevuld. </a:t>
            </a:r>
          </a:p>
          <a:p>
            <a:pPr>
              <a:lnSpc>
                <a:spcPct val="100000"/>
              </a:lnSpc>
            </a:pPr>
            <a:endParaRPr lang="nl-NL" sz="1050" baseline="0" noProof="1">
              <a:solidFill>
                <a:schemeClr val="tx1"/>
              </a:solidFill>
              <a:latin typeface="+mn-lt"/>
              <a:cs typeface="Arial" panose="020B0604020202020204" pitchFamily="34" charset="0"/>
            </a:endParaRPr>
          </a:p>
          <a:p>
            <a:pPr>
              <a:lnSpc>
                <a:spcPct val="100000"/>
              </a:lnSpc>
            </a:pPr>
            <a:r>
              <a:rPr lang="nl-NL" sz="1050" b="0" i="0" u="none" baseline="0" noProof="1">
                <a:solidFill>
                  <a:schemeClr val="tx1"/>
                </a:solidFill>
                <a:latin typeface="+mn-lt"/>
                <a:cs typeface="Arial" panose="020B0604020202020204" pitchFamily="34" charset="0"/>
              </a:rPr>
              <a:t>Als je een ander gedeelte van de foto wilt zien, gebruik je de functie ‘bijsnijden’:</a:t>
            </a:r>
          </a:p>
          <a:p>
            <a:pPr marL="200699" indent="-200699">
              <a:lnSpc>
                <a:spcPct val="100000"/>
              </a:lnSpc>
              <a:buFont typeface="Arial" panose="020B0604020202020204" pitchFamily="34" charset="0"/>
              <a:buChar char="•"/>
            </a:pPr>
            <a:r>
              <a:rPr lang="nl-NL" sz="1050" b="0" i="0" u="none" baseline="0" noProof="1">
                <a:solidFill>
                  <a:schemeClr val="tx1"/>
                </a:solidFill>
                <a:latin typeface="+mn-lt"/>
                <a:cs typeface="Arial" panose="020B0604020202020204" pitchFamily="34" charset="0"/>
              </a:rPr>
              <a:t>Selecteer de foto op de dia; het kader wordt vierkant weergegeven</a:t>
            </a:r>
          </a:p>
          <a:p>
            <a:pPr marL="200699" indent="-200699">
              <a:lnSpc>
                <a:spcPct val="100000"/>
              </a:lnSpc>
              <a:buFont typeface="Arial" panose="020B0604020202020204" pitchFamily="34" charset="0"/>
              <a:buChar char="•"/>
            </a:pPr>
            <a:r>
              <a:rPr lang="nl-NL" sz="1050" b="0" i="0" u="none" baseline="0" noProof="1">
                <a:solidFill>
                  <a:schemeClr val="tx1"/>
                </a:solidFill>
                <a:latin typeface="+mn-lt"/>
                <a:cs typeface="Arial" panose="020B0604020202020204" pitchFamily="34" charset="0"/>
              </a:rPr>
              <a:t>Op tab </a:t>
            </a:r>
            <a:r>
              <a:rPr lang="nl-NL" sz="1050" b="1" i="0" u="none" baseline="0" noProof="1">
                <a:solidFill>
                  <a:schemeClr val="tx1"/>
                </a:solidFill>
                <a:latin typeface="+mn-lt"/>
                <a:cs typeface="Arial" panose="020B0604020202020204" pitchFamily="34" charset="0"/>
              </a:rPr>
              <a:t>Hulpmiddelen voor tekenen / Opmaak</a:t>
            </a:r>
            <a:r>
              <a:rPr lang="nl-NL" sz="1050" b="0" i="0" u="none" baseline="0" noProof="1">
                <a:solidFill>
                  <a:schemeClr val="tx1"/>
                </a:solidFill>
                <a:latin typeface="+mn-lt"/>
                <a:cs typeface="Arial" panose="020B0604020202020204" pitchFamily="34" charset="0"/>
              </a:rPr>
              <a:t>: klik op </a:t>
            </a:r>
            <a:r>
              <a:rPr lang="nl-NL" sz="1050" b="1" i="0" u="none" baseline="0" noProof="1">
                <a:solidFill>
                  <a:schemeClr val="tx1"/>
                </a:solidFill>
                <a:latin typeface="+mn-lt"/>
                <a:cs typeface="Arial" panose="020B0604020202020204" pitchFamily="34" charset="0"/>
              </a:rPr>
              <a:t>Bijsnijden</a:t>
            </a:r>
            <a:r>
              <a:rPr lang="nl-NL" sz="1050" b="0" i="0" u="none" baseline="0" noProof="1">
                <a:solidFill>
                  <a:schemeClr val="tx1"/>
                </a:solidFill>
                <a:latin typeface="+mn-lt"/>
                <a:cs typeface="Arial" panose="020B0604020202020204" pitchFamily="34" charset="0"/>
              </a:rPr>
              <a:t>.</a:t>
            </a:r>
          </a:p>
          <a:p>
            <a:pPr marL="200699" indent="-200699">
              <a:lnSpc>
                <a:spcPct val="100000"/>
              </a:lnSpc>
              <a:buFont typeface="Arial" panose="020B0604020202020204" pitchFamily="34" charset="0"/>
              <a:buChar char="•"/>
            </a:pPr>
            <a:r>
              <a:rPr lang="nl-NL" sz="1050" b="0" i="0" u="none" baseline="0" noProof="1">
                <a:solidFill>
                  <a:schemeClr val="tx1"/>
                </a:solidFill>
                <a:latin typeface="+mn-lt"/>
                <a:cs typeface="Arial" panose="020B0604020202020204" pitchFamily="34" charset="0"/>
              </a:rPr>
              <a:t>Nu kun je de foto bewegen en daarmee het gewenste deel in beeld schuiven. Ook kun je de foto vergroten/verkleinen door met de greepjes in de hoeken te slepen.</a:t>
            </a:r>
          </a:p>
          <a:p>
            <a:pPr marL="200699" indent="-200699">
              <a:lnSpc>
                <a:spcPct val="100000"/>
              </a:lnSpc>
              <a:buFont typeface="Arial" panose="020B0604020202020204" pitchFamily="34" charset="0"/>
              <a:buChar char="•"/>
            </a:pPr>
            <a:r>
              <a:rPr lang="nl-NL" sz="1050" b="0" i="0" u="none" baseline="0" noProof="1">
                <a:solidFill>
                  <a:schemeClr val="tx1"/>
                </a:solidFill>
                <a:latin typeface="+mn-lt"/>
                <a:cs typeface="Arial" panose="020B0604020202020204" pitchFamily="34" charset="0"/>
              </a:rPr>
              <a:t>Klik naast het kader om de bijsnijden-functie te verlaten.</a:t>
            </a:r>
          </a:p>
        </p:txBody>
      </p:sp>
      <p:sp>
        <p:nvSpPr>
          <p:cNvPr id="25" name="Toelichting 2">
            <a:extLst>
              <a:ext uri="{FF2B5EF4-FFF2-40B4-BE49-F238E27FC236}">
                <a16:creationId xmlns:a16="http://schemas.microsoft.com/office/drawing/2014/main" id="{BA9CD39E-B253-4330-9459-D93654698BBF}"/>
              </a:ext>
            </a:extLst>
          </p:cNvPr>
          <p:cNvSpPr txBox="1"/>
          <p:nvPr userDrawn="1"/>
        </p:nvSpPr>
        <p:spPr>
          <a:xfrm>
            <a:off x="12358572" y="0"/>
            <a:ext cx="2031009" cy="3070071"/>
          </a:xfrm>
          <a:prstGeom prst="rect">
            <a:avLst/>
          </a:prstGeom>
          <a:noFill/>
        </p:spPr>
        <p:txBody>
          <a:bodyPr wrap="square" lIns="0" tIns="0" rIns="0" bIns="0" rtlCol="0">
            <a:spAutoFit/>
          </a:bodyPr>
          <a:lstStyle/>
          <a:p>
            <a:pPr>
              <a:lnSpc>
                <a:spcPct val="100000"/>
              </a:lnSpc>
            </a:pPr>
            <a:r>
              <a:rPr lang="nl-NL" sz="1050" b="1" baseline="0" noProof="1">
                <a:solidFill>
                  <a:schemeClr val="tx2"/>
                </a:solidFill>
                <a:latin typeface="+mn-lt"/>
                <a:cs typeface="Arial" panose="020B0604020202020204" pitchFamily="34" charset="0"/>
              </a:rPr>
              <a:t>Dia herstellen</a:t>
            </a:r>
          </a:p>
          <a:p>
            <a:pPr marL="0" indent="0">
              <a:lnSpc>
                <a:spcPct val="100000"/>
              </a:lnSpc>
              <a:buFont typeface="Arial" panose="020B0604020202020204" pitchFamily="34" charset="0"/>
              <a:buNone/>
            </a:pPr>
            <a:r>
              <a:rPr lang="nl-NL" sz="1050" b="0" i="0" u="none" baseline="0" noProof="1">
                <a:solidFill>
                  <a:schemeClr val="tx1"/>
                </a:solidFill>
                <a:latin typeface="+mn-lt"/>
                <a:cs typeface="Arial" panose="020B0604020202020204" pitchFamily="34" charset="0"/>
              </a:rPr>
              <a:t>Als de elementen niet (meer) op de juiste manier (over elkaar) liggen kun je de dia-indeling herstellen:</a:t>
            </a:r>
          </a:p>
          <a:p>
            <a:pPr marL="200699" indent="-200699">
              <a:lnSpc>
                <a:spcPct val="100000"/>
              </a:lnSpc>
              <a:buFont typeface="Arial" panose="020B0604020202020204" pitchFamily="34" charset="0"/>
              <a:buChar char="•"/>
            </a:pPr>
            <a:r>
              <a:rPr lang="nl-NL" sz="1050" b="0" i="0" u="none" baseline="0" noProof="1">
                <a:solidFill>
                  <a:schemeClr val="tx1"/>
                </a:solidFill>
                <a:latin typeface="+mn-lt"/>
                <a:cs typeface="Arial" panose="020B0604020202020204" pitchFamily="34" charset="0"/>
              </a:rPr>
              <a:t>Op tab </a:t>
            </a:r>
            <a:r>
              <a:rPr lang="nl-NL" sz="1050" b="1" i="0" u="none" baseline="0" noProof="1">
                <a:solidFill>
                  <a:schemeClr val="tx1"/>
                </a:solidFill>
                <a:latin typeface="+mn-lt"/>
                <a:cs typeface="Arial" panose="020B0604020202020204" pitchFamily="34" charset="0"/>
              </a:rPr>
              <a:t>Start</a:t>
            </a:r>
            <a:r>
              <a:rPr lang="nl-NL" sz="1050" b="0" i="0" u="none" baseline="0" noProof="1">
                <a:solidFill>
                  <a:schemeClr val="tx1"/>
                </a:solidFill>
                <a:latin typeface="+mn-lt"/>
                <a:cs typeface="Arial" panose="020B0604020202020204" pitchFamily="34" charset="0"/>
              </a:rPr>
              <a:t>:</a:t>
            </a:r>
            <a:r>
              <a:rPr lang="nl-NL" sz="1050" b="1" i="0" u="none" baseline="0" noProof="1">
                <a:solidFill>
                  <a:schemeClr val="tx1"/>
                </a:solidFill>
                <a:latin typeface="+mn-lt"/>
                <a:cs typeface="Arial" panose="020B0604020202020204" pitchFamily="34" charset="0"/>
              </a:rPr>
              <a:t> </a:t>
            </a:r>
            <a:r>
              <a:rPr lang="nl-NL" sz="1050" b="0" i="0" u="none" baseline="0" noProof="1">
                <a:solidFill>
                  <a:schemeClr val="tx1"/>
                </a:solidFill>
                <a:latin typeface="+mn-lt"/>
                <a:cs typeface="Arial" panose="020B0604020202020204" pitchFamily="34" charset="0"/>
              </a:rPr>
              <a:t>klik op </a:t>
            </a:r>
            <a:r>
              <a:rPr lang="nl-NL" sz="1050" b="1" i="0" u="none" baseline="0" noProof="1">
                <a:solidFill>
                  <a:schemeClr val="tx1"/>
                </a:solidFill>
                <a:latin typeface="+mn-lt"/>
                <a:cs typeface="Arial" panose="020B0604020202020204" pitchFamily="34" charset="0"/>
              </a:rPr>
              <a:t>Opnieuw instellen</a:t>
            </a:r>
            <a:r>
              <a:rPr lang="nl-NL" sz="1050" b="0" i="0" u="none" baseline="0" noProof="1">
                <a:solidFill>
                  <a:schemeClr val="tx1"/>
                </a:solidFill>
                <a:latin typeface="+mn-lt"/>
                <a:cs typeface="Arial" panose="020B0604020202020204" pitchFamily="34" charset="0"/>
              </a:rPr>
              <a:t>.</a:t>
            </a:r>
          </a:p>
          <a:p>
            <a:pPr marL="0" indent="0">
              <a:lnSpc>
                <a:spcPct val="100000"/>
              </a:lnSpc>
              <a:buFont typeface="Arial" panose="020B0604020202020204" pitchFamily="34" charset="0"/>
              <a:buNone/>
            </a:pPr>
            <a:endParaRPr lang="nl-NL" sz="1050" b="0" i="0" u="none"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50" b="0" i="0" u="none" baseline="0" noProof="1">
                <a:solidFill>
                  <a:schemeClr val="tx1"/>
                </a:solidFill>
                <a:latin typeface="+mn-lt"/>
                <a:cs typeface="Arial" panose="020B0604020202020204" pitchFamily="34" charset="0"/>
              </a:rPr>
              <a:t>Helaas moet je hierna eventuele ‘bijsnijdingen’ opnieuw instellen.</a:t>
            </a:r>
          </a:p>
          <a:p>
            <a:pPr marL="0" marR="0" lvl="0" indent="0" algn="l" defTabSz="1070397"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050" b="0" i="0" u="none" baseline="0" noProof="1">
                <a:solidFill>
                  <a:schemeClr val="tx1"/>
                </a:solidFill>
                <a:latin typeface="+mn-lt"/>
                <a:cs typeface="Arial" panose="020B0604020202020204" pitchFamily="34" charset="0"/>
              </a:rPr>
              <a:t>Je kunt dit voorkomen door de bijsnijdingen eerst te verwijderen: </a:t>
            </a:r>
          </a:p>
          <a:p>
            <a:pPr marL="200699" marR="0" lvl="0" indent="-200699" algn="l" defTabSz="107039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050" b="0" i="0" u="none" baseline="0" noProof="1">
                <a:solidFill>
                  <a:schemeClr val="tx1"/>
                </a:solidFill>
                <a:latin typeface="+mn-lt"/>
                <a:cs typeface="Arial" panose="020B0604020202020204" pitchFamily="34" charset="0"/>
              </a:rPr>
              <a:t>Selecteer de foto. </a:t>
            </a:r>
          </a:p>
          <a:p>
            <a:pPr marL="200699" marR="0" lvl="0" indent="-200699" algn="l" defTabSz="107039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050" b="0" i="0" u="none" baseline="0" noProof="1">
                <a:solidFill>
                  <a:schemeClr val="tx1"/>
                </a:solidFill>
                <a:latin typeface="+mn-lt"/>
                <a:cs typeface="Arial" panose="020B0604020202020204" pitchFamily="34" charset="0"/>
              </a:rPr>
              <a:t>Op tab </a:t>
            </a:r>
            <a:r>
              <a:rPr lang="nl-NL" sz="1050" b="1" i="0" u="none" baseline="0" noProof="1">
                <a:solidFill>
                  <a:schemeClr val="tx1"/>
                </a:solidFill>
                <a:latin typeface="+mn-lt"/>
                <a:cs typeface="Arial" panose="020B0604020202020204" pitchFamily="34" charset="0"/>
              </a:rPr>
              <a:t>Hulpmiddelen voor tekenen / Opmaak</a:t>
            </a:r>
            <a:r>
              <a:rPr lang="nl-NL" sz="1050" b="0" i="0" u="none" baseline="0" noProof="1">
                <a:solidFill>
                  <a:schemeClr val="tx1"/>
                </a:solidFill>
                <a:latin typeface="+mn-lt"/>
                <a:cs typeface="Arial" panose="020B0604020202020204" pitchFamily="34" charset="0"/>
              </a:rPr>
              <a:t>: klik op </a:t>
            </a:r>
            <a:r>
              <a:rPr lang="nl-NL" sz="1050" b="1" i="0" u="none" baseline="0" noProof="1">
                <a:solidFill>
                  <a:schemeClr val="tx1"/>
                </a:solidFill>
                <a:latin typeface="+mn-lt"/>
                <a:cs typeface="Arial" panose="020B0604020202020204" pitchFamily="34" charset="0"/>
              </a:rPr>
              <a:t>Afbeeldingen comprimeren</a:t>
            </a:r>
            <a:r>
              <a:rPr lang="nl-NL" sz="1050" b="0" i="0" u="none" baseline="0" noProof="1">
                <a:solidFill>
                  <a:schemeClr val="tx1"/>
                </a:solidFill>
                <a:latin typeface="+mn-lt"/>
                <a:cs typeface="Arial" panose="020B0604020202020204" pitchFamily="34" charset="0"/>
              </a:rPr>
              <a:t> en selecteer </a:t>
            </a:r>
            <a:r>
              <a:rPr lang="nl-NL" sz="1050" b="1" i="0" u="none" baseline="0" noProof="1">
                <a:solidFill>
                  <a:schemeClr val="tx1"/>
                </a:solidFill>
                <a:latin typeface="+mn-lt"/>
                <a:cs typeface="Arial" panose="020B0604020202020204" pitchFamily="34" charset="0"/>
              </a:rPr>
              <a:t>Bijgesneden gebieden van afbeeldingen verwijderen</a:t>
            </a:r>
            <a:r>
              <a:rPr lang="nl-NL" sz="1050" b="0" i="0" u="none" baseline="0" noProof="1">
                <a:solidFill>
                  <a:schemeClr val="tx1"/>
                </a:solidFill>
                <a:latin typeface="+mn-lt"/>
                <a:cs typeface="Arial" panose="020B0604020202020204" pitchFamily="34" charset="0"/>
              </a:rPr>
              <a:t>.</a:t>
            </a:r>
          </a:p>
        </p:txBody>
      </p:sp>
      <p:grpSp>
        <p:nvGrpSpPr>
          <p:cNvPr id="28" name="Groep 27">
            <a:extLst>
              <a:ext uri="{FF2B5EF4-FFF2-40B4-BE49-F238E27FC236}">
                <a16:creationId xmlns:a16="http://schemas.microsoft.com/office/drawing/2014/main" id="{32BD0861-2791-419F-BCA1-D4601FCA4B85}"/>
              </a:ext>
            </a:extLst>
          </p:cNvPr>
          <p:cNvGrpSpPr/>
          <p:nvPr userDrawn="1"/>
        </p:nvGrpSpPr>
        <p:grpSpPr>
          <a:xfrm>
            <a:off x="-2172832" y="152630"/>
            <a:ext cx="2046443" cy="2135136"/>
            <a:chOff x="-2172832" y="1897500"/>
            <a:chExt cx="2046443" cy="2135136"/>
          </a:xfrm>
        </p:grpSpPr>
        <p:sp>
          <p:nvSpPr>
            <p:cNvPr id="29" name="Toelichting 2">
              <a:extLst>
                <a:ext uri="{FF2B5EF4-FFF2-40B4-BE49-F238E27FC236}">
                  <a16:creationId xmlns:a16="http://schemas.microsoft.com/office/drawing/2014/main" id="{BE99F4A9-BFCA-4F5F-952E-85C3599F3E71}"/>
                </a:ext>
              </a:extLst>
            </p:cNvPr>
            <p:cNvSpPr txBox="1"/>
            <p:nvPr userDrawn="1"/>
          </p:nvSpPr>
          <p:spPr>
            <a:xfrm>
              <a:off x="-2172832" y="1897500"/>
              <a:ext cx="2046443" cy="1846659"/>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Nieuwe dia</a:t>
              </a:r>
              <a:endParaRPr lang="nl-NL" sz="1000" baseline="0" noProof="1">
                <a:solidFill>
                  <a:schemeClr val="accent2"/>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Klik op de </a:t>
              </a:r>
              <a:r>
                <a:rPr lang="nl-NL" sz="1000" b="1" baseline="0" noProof="1">
                  <a:solidFill>
                    <a:schemeClr val="tx1"/>
                  </a:solidFill>
                  <a:latin typeface="+mn-lt"/>
                  <a:cs typeface="Arial" panose="020B0604020202020204" pitchFamily="34" charset="0"/>
                </a:rPr>
                <a:t>Start</a:t>
              </a:r>
              <a:r>
                <a:rPr lang="nl-NL" sz="1000" baseline="0" noProof="1">
                  <a:solidFill>
                    <a:schemeClr val="tx1"/>
                  </a:solidFill>
                  <a:latin typeface="+mn-lt"/>
                  <a:cs typeface="Arial" panose="020B0604020202020204" pitchFamily="34" charset="0"/>
                </a:rPr>
                <a:t>-tab </a:t>
              </a:r>
              <a:r>
                <a:rPr lang="nl-NL" sz="1000" u="sng" baseline="0" noProof="1">
                  <a:solidFill>
                    <a:schemeClr val="tx1"/>
                  </a:solidFill>
                  <a:latin typeface="+mn-lt"/>
                  <a:cs typeface="Arial" panose="020B0604020202020204" pitchFamily="34" charset="0"/>
                </a:rPr>
                <a:t>op het tekstje onder </a:t>
              </a:r>
              <a:r>
                <a:rPr lang="nl-NL" sz="1000" baseline="0" noProof="1">
                  <a:solidFill>
                    <a:schemeClr val="tx1"/>
                  </a:solidFill>
                  <a:latin typeface="+mn-lt"/>
                  <a:cs typeface="Arial" panose="020B0604020202020204" pitchFamily="34" charset="0"/>
                </a:rPr>
                <a:t>het pictogram </a:t>
              </a:r>
              <a:r>
                <a:rPr lang="nl-NL" sz="1000" b="1" baseline="0" noProof="1">
                  <a:solidFill>
                    <a:schemeClr val="tx1"/>
                  </a:solidFill>
                  <a:latin typeface="+mn-lt"/>
                  <a:cs typeface="Arial" panose="020B0604020202020204" pitchFamily="34" charset="0"/>
                </a:rPr>
                <a:t>Nieuwe dia</a:t>
              </a:r>
              <a:r>
                <a:rPr lang="nl-NL" sz="1000" baseline="0" noProof="1">
                  <a:solidFill>
                    <a:schemeClr val="tx1"/>
                  </a:solidFill>
                  <a:latin typeface="+mn-lt"/>
                  <a:cs typeface="Arial" panose="020B0604020202020204" pitchFamily="34" charset="0"/>
                </a:rPr>
                <a:t>:</a:t>
              </a: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1" baseline="0" noProof="1">
                <a:solidFill>
                  <a:schemeClr val="tx1"/>
                </a:solidFill>
                <a:latin typeface="+mn-lt"/>
                <a:cs typeface="Arial" panose="020B0604020202020204" pitchFamily="34" charset="0"/>
              </a:endParaRPr>
            </a:p>
            <a:p>
              <a:pPr>
                <a:lnSpc>
                  <a:spcPct val="100000"/>
                </a:lnSpc>
              </a:pPr>
              <a:r>
                <a:rPr lang="nl-NL" sz="1000" b="1" baseline="0" noProof="1">
                  <a:solidFill>
                    <a:schemeClr val="accent2"/>
                  </a:solidFill>
                  <a:latin typeface="+mn-lt"/>
                  <a:cs typeface="Arial" panose="020B0604020202020204" pitchFamily="34" charset="0"/>
                </a:rPr>
                <a:t>Andere indeling voor huidige dia</a:t>
              </a:r>
            </a:p>
            <a:p>
              <a:pPr>
                <a:lnSpc>
                  <a:spcPct val="100000"/>
                </a:lnSpc>
              </a:pPr>
              <a:r>
                <a:rPr lang="nl-NL" sz="1000" b="0" baseline="0" noProof="1">
                  <a:solidFill>
                    <a:schemeClr val="tx1"/>
                  </a:solidFill>
                  <a:latin typeface="+mn-lt"/>
                  <a:cs typeface="Arial" panose="020B0604020202020204" pitchFamily="34" charset="0"/>
                </a:rPr>
                <a:t>Klik op de </a:t>
              </a:r>
              <a:r>
                <a:rPr lang="nl-NL" sz="1000" b="1" baseline="0" noProof="1">
                  <a:solidFill>
                    <a:schemeClr val="tx1"/>
                  </a:solidFill>
                  <a:latin typeface="+mn-lt"/>
                  <a:cs typeface="Arial" panose="020B0604020202020204" pitchFamily="34" charset="0"/>
                </a:rPr>
                <a:t>Start</a:t>
              </a:r>
              <a:r>
                <a:rPr lang="nl-NL" sz="1000" b="0" baseline="0" noProof="1">
                  <a:solidFill>
                    <a:schemeClr val="tx1"/>
                  </a:solidFill>
                  <a:latin typeface="+mn-lt"/>
                  <a:cs typeface="Arial" panose="020B0604020202020204" pitchFamily="34" charset="0"/>
                </a:rPr>
                <a:t>-tab op Indeling:</a:t>
              </a:r>
            </a:p>
          </p:txBody>
        </p:sp>
        <p:pic>
          <p:nvPicPr>
            <p:cNvPr id="30" name="Afbeelding 29">
              <a:extLst>
                <a:ext uri="{FF2B5EF4-FFF2-40B4-BE49-F238E27FC236}">
                  <a16:creationId xmlns:a16="http://schemas.microsoft.com/office/drawing/2014/main" id="{35CD95FF-2E0D-4FC8-85CB-BFD94B756AAE}"/>
                </a:ext>
              </a:extLst>
            </p:cNvPr>
            <p:cNvPicPr>
              <a:picLocks noChangeAspect="1"/>
            </p:cNvPicPr>
            <p:nvPr userDrawn="1"/>
          </p:nvPicPr>
          <p:blipFill>
            <a:blip r:embed="rId4"/>
            <a:stretch>
              <a:fillRect/>
            </a:stretch>
          </p:blipFill>
          <p:spPr>
            <a:xfrm>
              <a:off x="-1720819" y="2405204"/>
              <a:ext cx="514350" cy="762000"/>
            </a:xfrm>
            <a:prstGeom prst="rect">
              <a:avLst/>
            </a:prstGeom>
          </p:spPr>
        </p:pic>
        <p:sp>
          <p:nvSpPr>
            <p:cNvPr id="31" name="Pijl: links 30">
              <a:extLst>
                <a:ext uri="{FF2B5EF4-FFF2-40B4-BE49-F238E27FC236}">
                  <a16:creationId xmlns:a16="http://schemas.microsoft.com/office/drawing/2014/main" id="{0D306B90-0F35-4FFC-BE52-3FA8EBEDD2C4}"/>
                </a:ext>
              </a:extLst>
            </p:cNvPr>
            <p:cNvSpPr/>
            <p:nvPr userDrawn="1"/>
          </p:nvSpPr>
          <p:spPr>
            <a:xfrm>
              <a:off x="-1249266" y="2906162"/>
              <a:ext cx="514350" cy="181070"/>
            </a:xfrm>
            <a:prstGeom prst="lef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nl-NL">
                <a:solidFill>
                  <a:schemeClr val="tx1"/>
                </a:solidFill>
              </a:endParaRPr>
            </a:p>
          </p:txBody>
        </p:sp>
        <p:pic>
          <p:nvPicPr>
            <p:cNvPr id="32" name="Afbeelding 31">
              <a:extLst>
                <a:ext uri="{FF2B5EF4-FFF2-40B4-BE49-F238E27FC236}">
                  <a16:creationId xmlns:a16="http://schemas.microsoft.com/office/drawing/2014/main" id="{9849B456-C437-4DDB-9989-358F6DADBB24}"/>
                </a:ext>
              </a:extLst>
            </p:cNvPr>
            <p:cNvPicPr>
              <a:picLocks noChangeAspect="1"/>
            </p:cNvPicPr>
            <p:nvPr userDrawn="1"/>
          </p:nvPicPr>
          <p:blipFill>
            <a:blip r:embed="rId5"/>
            <a:stretch>
              <a:fillRect/>
            </a:stretch>
          </p:blipFill>
          <p:spPr>
            <a:xfrm>
              <a:off x="-1730279" y="3784986"/>
              <a:ext cx="962025" cy="247650"/>
            </a:xfrm>
            <a:prstGeom prst="rect">
              <a:avLst/>
            </a:prstGeom>
          </p:spPr>
        </p:pic>
      </p:grpSp>
      <p:sp>
        <p:nvSpPr>
          <p:cNvPr id="33" name="Toelichting 2">
            <a:extLst>
              <a:ext uri="{FF2B5EF4-FFF2-40B4-BE49-F238E27FC236}">
                <a16:creationId xmlns:a16="http://schemas.microsoft.com/office/drawing/2014/main" id="{82C270EB-D26F-4560-ABAD-921524997EAB}"/>
              </a:ext>
            </a:extLst>
          </p:cNvPr>
          <p:cNvSpPr txBox="1"/>
          <p:nvPr userDrawn="1"/>
        </p:nvSpPr>
        <p:spPr>
          <a:xfrm>
            <a:off x="-2172832" y="2500247"/>
            <a:ext cx="2141781" cy="4308872"/>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Licht of donker</a:t>
            </a:r>
          </a:p>
          <a:p>
            <a:pPr>
              <a:lnSpc>
                <a:spcPct val="100000"/>
              </a:lnSpc>
            </a:pPr>
            <a:r>
              <a:rPr lang="nl-NL" sz="1000" b="0" baseline="0" noProof="1">
                <a:solidFill>
                  <a:schemeClr val="tx1"/>
                </a:solidFill>
                <a:latin typeface="+mn-lt"/>
                <a:cs typeface="Arial" panose="020B0604020202020204" pitchFamily="34" charset="0"/>
              </a:rPr>
              <a:t>Deze template bevat twee ontwerpen: één met voornamelijk witte en één met voornamelijk donkergrijze achtergronden.</a:t>
            </a:r>
          </a:p>
          <a:p>
            <a:pPr>
              <a:lnSpc>
                <a:spcPct val="100000"/>
              </a:lnSpc>
            </a:pPr>
            <a:endParaRPr lang="nl-NL" sz="1000" b="0" baseline="0" noProof="1">
              <a:solidFill>
                <a:schemeClr val="tx1"/>
              </a:solidFill>
              <a:latin typeface="+mn-lt"/>
              <a:cs typeface="Arial" panose="020B0604020202020204" pitchFamily="34" charset="0"/>
            </a:endParaRPr>
          </a:p>
          <a:p>
            <a:pPr>
              <a:lnSpc>
                <a:spcPct val="100000"/>
              </a:lnSpc>
            </a:pPr>
            <a:r>
              <a:rPr lang="nl-NL" sz="1000" b="0" baseline="0" noProof="1">
                <a:solidFill>
                  <a:schemeClr val="tx1"/>
                </a:solidFill>
                <a:latin typeface="+mn-lt"/>
                <a:cs typeface="Arial" panose="020B0604020202020204" pitchFamily="34" charset="0"/>
              </a:rPr>
              <a:t>In de ruimte waar je presenteert kun je kiezen welke van de twee het prettigst is. Je kiest één van de twee ontwerpen als volgt:</a:t>
            </a: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Klik op tab </a:t>
            </a:r>
            <a:r>
              <a:rPr lang="nl-NL" sz="1000" b="1" baseline="0" noProof="1">
                <a:solidFill>
                  <a:schemeClr val="tx1"/>
                </a:solidFill>
                <a:latin typeface="+mn-lt"/>
                <a:cs typeface="Arial" panose="020B0604020202020204" pitchFamily="34" charset="0"/>
              </a:rPr>
              <a:t>Ontwerpen</a:t>
            </a: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Uiterst links staan de twee ontwerpen van InfoSupport:</a:t>
            </a: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Klik op het gewenste ontwerp.</a:t>
            </a: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Alle dia’s in je presentatie worden omgezet naar dat ontwerp.</a:t>
            </a:r>
          </a:p>
          <a:p>
            <a:pPr marL="0" indent="0">
              <a:lnSpc>
                <a:spcPct val="100000"/>
              </a:lnSpc>
              <a:buFont typeface="Arial" panose="020B0604020202020204" pitchFamily="34" charset="0"/>
              <a:buNone/>
            </a:pPr>
            <a:endParaRPr lang="nl-NL" sz="1000" b="0" i="1"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00" b="0" i="1" baseline="0" noProof="1">
                <a:solidFill>
                  <a:schemeClr val="tx1"/>
                </a:solidFill>
                <a:latin typeface="+mn-lt"/>
                <a:cs typeface="Arial" panose="020B0604020202020204" pitchFamily="34" charset="0"/>
              </a:rPr>
              <a:t>Let op: eventueel handmatig opgemaakte dia’s worden </a:t>
            </a:r>
            <a:r>
              <a:rPr lang="nl-NL" sz="1000" b="0" i="1" u="sng" baseline="0" noProof="1">
                <a:solidFill>
                  <a:schemeClr val="tx1"/>
                </a:solidFill>
                <a:latin typeface="+mn-lt"/>
                <a:cs typeface="Arial" panose="020B0604020202020204" pitchFamily="34" charset="0"/>
              </a:rPr>
              <a:t>niet</a:t>
            </a:r>
            <a:r>
              <a:rPr lang="nl-NL" sz="1000" b="0" i="1" baseline="0" noProof="1">
                <a:solidFill>
                  <a:schemeClr val="tx1"/>
                </a:solidFill>
                <a:latin typeface="+mn-lt"/>
                <a:cs typeface="Arial" panose="020B0604020202020204" pitchFamily="34" charset="0"/>
              </a:rPr>
              <a:t> omgezet.</a:t>
            </a:r>
          </a:p>
        </p:txBody>
      </p:sp>
      <p:pic>
        <p:nvPicPr>
          <p:cNvPr id="34" name="Afbeelding 33">
            <a:extLst>
              <a:ext uri="{FF2B5EF4-FFF2-40B4-BE49-F238E27FC236}">
                <a16:creationId xmlns:a16="http://schemas.microsoft.com/office/drawing/2014/main" id="{7D803087-9477-4001-A5DD-CB2A244025AB}"/>
              </a:ext>
            </a:extLst>
          </p:cNvPr>
          <p:cNvPicPr>
            <a:picLocks noChangeAspect="1"/>
          </p:cNvPicPr>
          <p:nvPr userDrawn="1"/>
        </p:nvPicPr>
        <p:blipFill>
          <a:blip r:embed="rId6"/>
          <a:stretch>
            <a:fillRect/>
          </a:stretch>
        </p:blipFill>
        <p:spPr>
          <a:xfrm>
            <a:off x="-2020432" y="4534453"/>
            <a:ext cx="1827354" cy="1067068"/>
          </a:xfrm>
          <a:prstGeom prst="rect">
            <a:avLst/>
          </a:prstGeom>
        </p:spPr>
      </p:pic>
    </p:spTree>
    <p:extLst>
      <p:ext uri="{BB962C8B-B14F-4D97-AF65-F5344CB8AC3E}">
        <p14:creationId xmlns:p14="http://schemas.microsoft.com/office/powerpoint/2010/main" val="2360643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dia met lichte foto">
    <p:bg>
      <p:bgPr>
        <a:solidFill>
          <a:schemeClr val="tx1"/>
        </a:solidFill>
        <a:effectLst/>
      </p:bgPr>
    </p:bg>
    <p:spTree>
      <p:nvGrpSpPr>
        <p:cNvPr id="1" name=""/>
        <p:cNvGrpSpPr/>
        <p:nvPr/>
      </p:nvGrpSpPr>
      <p:grpSpPr>
        <a:xfrm>
          <a:off x="0" y="0"/>
          <a:ext cx="0" cy="0"/>
          <a:chOff x="0" y="0"/>
          <a:chExt cx="0" cy="0"/>
        </a:xfrm>
      </p:grpSpPr>
      <p:sp>
        <p:nvSpPr>
          <p:cNvPr id="22" name="Tijdelijke aanduiding voor afbeelding 21">
            <a:extLst>
              <a:ext uri="{FF2B5EF4-FFF2-40B4-BE49-F238E27FC236}">
                <a16:creationId xmlns:a16="http://schemas.microsoft.com/office/drawing/2014/main" id="{128520C4-8B76-4C22-9A16-F93551D3C168}"/>
              </a:ext>
            </a:extLst>
          </p:cNvPr>
          <p:cNvSpPr>
            <a:spLocks noGrp="1"/>
          </p:cNvSpPr>
          <p:nvPr>
            <p:ph type="pic" sz="quarter" idx="16"/>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66000 h 6858000"/>
              <a:gd name="connsiteX3" fmla="*/ 11400000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66000"/>
                </a:lnTo>
                <a:lnTo>
                  <a:pt x="11400000" y="6858000"/>
                </a:lnTo>
                <a:lnTo>
                  <a:pt x="0" y="6858000"/>
                </a:lnTo>
                <a:close/>
              </a:path>
            </a:pathLst>
          </a:custGeom>
          <a:solidFill>
            <a:srgbClr val="DDDDDD"/>
          </a:solidFill>
        </p:spPr>
        <p:txBody>
          <a:bodyPr wrap="square">
            <a:noAutofit/>
          </a:bodyPr>
          <a:lstStyle>
            <a:lvl1pPr marL="0" indent="0" algn="ctr">
              <a:lnSpc>
                <a:spcPct val="100000"/>
              </a:lnSpc>
              <a:buNone/>
              <a:defRPr/>
            </a:lvl1pPr>
          </a:lstStyle>
          <a:p>
            <a:r>
              <a:rPr lang="en-US"/>
              <a:t>Click icon to add picture</a:t>
            </a:r>
            <a:endParaRPr lang="nl-NL" dirty="0"/>
          </a:p>
        </p:txBody>
      </p:sp>
      <p:sp>
        <p:nvSpPr>
          <p:cNvPr id="2" name="Titel 1">
            <a:extLst>
              <a:ext uri="{FF2B5EF4-FFF2-40B4-BE49-F238E27FC236}">
                <a16:creationId xmlns:a16="http://schemas.microsoft.com/office/drawing/2014/main" id="{D571307B-333B-4591-8BC7-DC50216CB4AA}"/>
              </a:ext>
            </a:extLst>
          </p:cNvPr>
          <p:cNvSpPr>
            <a:spLocks noGrp="1"/>
          </p:cNvSpPr>
          <p:nvPr>
            <p:ph type="ctrTitle"/>
          </p:nvPr>
        </p:nvSpPr>
        <p:spPr>
          <a:xfrm>
            <a:off x="792000" y="1324800"/>
            <a:ext cx="9648000" cy="1865600"/>
          </a:xfrm>
        </p:spPr>
        <p:txBody>
          <a:bodyPr anchor="t" anchorCtr="0"/>
          <a:lstStyle>
            <a:lvl1pPr algn="l">
              <a:defRPr sz="4700">
                <a:solidFill>
                  <a:schemeClr val="tx1"/>
                </a:solidFill>
              </a:defRPr>
            </a:lvl1pPr>
          </a:lstStyle>
          <a:p>
            <a:r>
              <a:rPr lang="en-US"/>
              <a:t>Click to edit Master title style</a:t>
            </a:r>
            <a:endParaRPr lang="nl-NL" dirty="0"/>
          </a:p>
        </p:txBody>
      </p:sp>
      <p:sp>
        <p:nvSpPr>
          <p:cNvPr id="3" name="Ondertitel 2">
            <a:extLst>
              <a:ext uri="{FF2B5EF4-FFF2-40B4-BE49-F238E27FC236}">
                <a16:creationId xmlns:a16="http://schemas.microsoft.com/office/drawing/2014/main" id="{CE0477F3-851B-4CC7-8C61-61E6ABC6C330}"/>
              </a:ext>
            </a:extLst>
          </p:cNvPr>
          <p:cNvSpPr>
            <a:spLocks noGrp="1"/>
          </p:cNvSpPr>
          <p:nvPr>
            <p:ph type="subTitle" idx="1"/>
          </p:nvPr>
        </p:nvSpPr>
        <p:spPr>
          <a:xfrm>
            <a:off x="792000" y="3712400"/>
            <a:ext cx="9648000" cy="1545400"/>
          </a:xfrm>
        </p:spPr>
        <p:txBody>
          <a:bodyPr/>
          <a:lstStyle>
            <a:lvl1pPr marL="0" indent="0" algn="l">
              <a:lnSpc>
                <a:spcPct val="105000"/>
              </a:lnSpc>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dirty="0"/>
          </a:p>
        </p:txBody>
      </p:sp>
      <p:sp>
        <p:nvSpPr>
          <p:cNvPr id="9" name="Tijdelijke aanduiding voor tekst 8">
            <a:extLst>
              <a:ext uri="{FF2B5EF4-FFF2-40B4-BE49-F238E27FC236}">
                <a16:creationId xmlns:a16="http://schemas.microsoft.com/office/drawing/2014/main" id="{0CD97FCA-990D-428D-B8B1-866C08E2C5F9}"/>
              </a:ext>
            </a:extLst>
          </p:cNvPr>
          <p:cNvSpPr>
            <a:spLocks noGrp="1"/>
          </p:cNvSpPr>
          <p:nvPr>
            <p:ph type="body" sz="quarter" idx="17" hasCustomPrompt="1"/>
          </p:nvPr>
        </p:nvSpPr>
        <p:spPr>
          <a:xfrm>
            <a:off x="792000" y="896400"/>
            <a:ext cx="270000" cy="223200"/>
          </a:xfrm>
          <a:blipFill dpi="0" rotWithShape="1">
            <a:blip r:embed="rId2"/>
            <a:srcRect/>
            <a:stretch>
              <a:fillRect/>
            </a:stretch>
          </a:blipFill>
        </p:spPr>
        <p:txBody>
          <a:bodyPr>
            <a:normAutofit/>
          </a:bodyPr>
          <a:lstStyle>
            <a:lvl1pPr marL="0" indent="0" algn="l">
              <a:lnSpc>
                <a:spcPct val="100000"/>
              </a:lnSpc>
              <a:buNone/>
              <a:defRPr sz="100">
                <a:solidFill>
                  <a:schemeClr val="bg1"/>
                </a:solidFill>
              </a:defRPr>
            </a:lvl1pPr>
            <a:lvl2pPr>
              <a:defRPr sz="100">
                <a:solidFill>
                  <a:schemeClr val="bg1"/>
                </a:solidFill>
              </a:defRPr>
            </a:lvl2pPr>
            <a:lvl3pPr>
              <a:defRPr sz="100">
                <a:solidFill>
                  <a:schemeClr val="bg1"/>
                </a:solidFill>
              </a:defRPr>
            </a:lvl3pPr>
            <a:lvl4pPr>
              <a:defRPr sz="100">
                <a:solidFill>
                  <a:schemeClr val="bg1"/>
                </a:solidFill>
              </a:defRPr>
            </a:lvl4pPr>
            <a:lvl5pPr>
              <a:defRPr sz="100">
                <a:solidFill>
                  <a:schemeClr val="bg1"/>
                </a:solidFill>
              </a:defRPr>
            </a:lvl5pPr>
          </a:lstStyle>
          <a:p>
            <a:pPr lvl="0"/>
            <a:r>
              <a:rPr lang="nl-NL" dirty="0"/>
              <a:t> </a:t>
            </a:r>
          </a:p>
        </p:txBody>
      </p:sp>
      <p:sp>
        <p:nvSpPr>
          <p:cNvPr id="20" name="Toelichting 2">
            <a:extLst>
              <a:ext uri="{FF2B5EF4-FFF2-40B4-BE49-F238E27FC236}">
                <a16:creationId xmlns:a16="http://schemas.microsoft.com/office/drawing/2014/main" id="{58888936-6C5E-417F-BEF5-E2EF5FB87309}"/>
              </a:ext>
            </a:extLst>
          </p:cNvPr>
          <p:cNvSpPr txBox="1"/>
          <p:nvPr userDrawn="1"/>
        </p:nvSpPr>
        <p:spPr>
          <a:xfrm>
            <a:off x="12358572" y="3201792"/>
            <a:ext cx="2031009" cy="3554819"/>
          </a:xfrm>
          <a:prstGeom prst="rect">
            <a:avLst/>
          </a:prstGeom>
          <a:noFill/>
        </p:spPr>
        <p:txBody>
          <a:bodyPr wrap="square" lIns="0" tIns="0" rIns="0" bIns="0" rtlCol="0">
            <a:spAutoFit/>
          </a:bodyPr>
          <a:lstStyle/>
          <a:p>
            <a:pPr>
              <a:lnSpc>
                <a:spcPct val="100000"/>
              </a:lnSpc>
            </a:pPr>
            <a:r>
              <a:rPr lang="nl-NL" sz="1050" b="1" baseline="0" noProof="1">
                <a:solidFill>
                  <a:schemeClr val="tx2"/>
                </a:solidFill>
                <a:latin typeface="+mn-lt"/>
                <a:cs typeface="Arial" panose="020B0604020202020204" pitchFamily="34" charset="0"/>
              </a:rPr>
              <a:t>Foto instellen</a:t>
            </a:r>
          </a:p>
          <a:p>
            <a:pPr>
              <a:lnSpc>
                <a:spcPct val="100000"/>
              </a:lnSpc>
            </a:pPr>
            <a:r>
              <a:rPr lang="nl-NL" sz="1050" baseline="0" noProof="1">
                <a:solidFill>
                  <a:schemeClr val="tx1"/>
                </a:solidFill>
                <a:latin typeface="+mn-lt"/>
                <a:cs typeface="Arial" panose="020B0604020202020204" pitchFamily="34" charset="0"/>
              </a:rPr>
              <a:t>Het fotokader wordt altijd vanuit het midden van de gekozen foto gevuld. </a:t>
            </a:r>
          </a:p>
          <a:p>
            <a:pPr>
              <a:lnSpc>
                <a:spcPct val="100000"/>
              </a:lnSpc>
            </a:pPr>
            <a:endParaRPr lang="nl-NL" sz="1050" baseline="0" noProof="1">
              <a:solidFill>
                <a:schemeClr val="tx1"/>
              </a:solidFill>
              <a:latin typeface="+mn-lt"/>
              <a:cs typeface="Arial" panose="020B0604020202020204" pitchFamily="34" charset="0"/>
            </a:endParaRPr>
          </a:p>
          <a:p>
            <a:pPr>
              <a:lnSpc>
                <a:spcPct val="100000"/>
              </a:lnSpc>
            </a:pPr>
            <a:r>
              <a:rPr lang="nl-NL" sz="1050" b="0" i="0" u="none" baseline="0" noProof="1">
                <a:solidFill>
                  <a:schemeClr val="tx1"/>
                </a:solidFill>
                <a:latin typeface="+mn-lt"/>
                <a:cs typeface="Arial" panose="020B0604020202020204" pitchFamily="34" charset="0"/>
              </a:rPr>
              <a:t>Als je een ander gedeelte van de foto wilt zien, gebruik je de functie ‘bijsnijden’:</a:t>
            </a:r>
          </a:p>
          <a:p>
            <a:pPr marL="200699" indent="-200699">
              <a:lnSpc>
                <a:spcPct val="100000"/>
              </a:lnSpc>
              <a:buFont typeface="Arial" panose="020B0604020202020204" pitchFamily="34" charset="0"/>
              <a:buChar char="•"/>
            </a:pPr>
            <a:r>
              <a:rPr lang="nl-NL" sz="1050" b="0" i="0" u="none" baseline="0" noProof="1">
                <a:solidFill>
                  <a:schemeClr val="tx1"/>
                </a:solidFill>
                <a:latin typeface="+mn-lt"/>
                <a:cs typeface="Arial" panose="020B0604020202020204" pitchFamily="34" charset="0"/>
              </a:rPr>
              <a:t>Selecteer de foto op de dia; het kader wordt vierkant weergegeven</a:t>
            </a:r>
          </a:p>
          <a:p>
            <a:pPr marL="200699" indent="-200699">
              <a:lnSpc>
                <a:spcPct val="100000"/>
              </a:lnSpc>
              <a:buFont typeface="Arial" panose="020B0604020202020204" pitchFamily="34" charset="0"/>
              <a:buChar char="•"/>
            </a:pPr>
            <a:r>
              <a:rPr lang="nl-NL" sz="1050" b="0" i="0" u="none" baseline="0" noProof="1">
                <a:solidFill>
                  <a:schemeClr val="tx1"/>
                </a:solidFill>
                <a:latin typeface="+mn-lt"/>
                <a:cs typeface="Arial" panose="020B0604020202020204" pitchFamily="34" charset="0"/>
              </a:rPr>
              <a:t>Op tab </a:t>
            </a:r>
            <a:r>
              <a:rPr lang="nl-NL" sz="1050" b="1" i="0" u="none" baseline="0" noProof="1">
                <a:solidFill>
                  <a:schemeClr val="tx1"/>
                </a:solidFill>
                <a:latin typeface="+mn-lt"/>
                <a:cs typeface="Arial" panose="020B0604020202020204" pitchFamily="34" charset="0"/>
              </a:rPr>
              <a:t>Hulpmiddelen voor tekenen / Opmaak</a:t>
            </a:r>
            <a:r>
              <a:rPr lang="nl-NL" sz="1050" b="0" i="0" u="none" baseline="0" noProof="1">
                <a:solidFill>
                  <a:schemeClr val="tx1"/>
                </a:solidFill>
                <a:latin typeface="+mn-lt"/>
                <a:cs typeface="Arial" panose="020B0604020202020204" pitchFamily="34" charset="0"/>
              </a:rPr>
              <a:t>: klik op </a:t>
            </a:r>
            <a:r>
              <a:rPr lang="nl-NL" sz="1050" b="1" i="0" u="none" baseline="0" noProof="1">
                <a:solidFill>
                  <a:schemeClr val="tx1"/>
                </a:solidFill>
                <a:latin typeface="+mn-lt"/>
                <a:cs typeface="Arial" panose="020B0604020202020204" pitchFamily="34" charset="0"/>
              </a:rPr>
              <a:t>Bijsnijden</a:t>
            </a:r>
            <a:r>
              <a:rPr lang="nl-NL" sz="1050" b="0" i="0" u="none" baseline="0" noProof="1">
                <a:solidFill>
                  <a:schemeClr val="tx1"/>
                </a:solidFill>
                <a:latin typeface="+mn-lt"/>
                <a:cs typeface="Arial" panose="020B0604020202020204" pitchFamily="34" charset="0"/>
              </a:rPr>
              <a:t>.</a:t>
            </a:r>
          </a:p>
          <a:p>
            <a:pPr marL="200699" indent="-200699">
              <a:lnSpc>
                <a:spcPct val="100000"/>
              </a:lnSpc>
              <a:buFont typeface="Arial" panose="020B0604020202020204" pitchFamily="34" charset="0"/>
              <a:buChar char="•"/>
            </a:pPr>
            <a:r>
              <a:rPr lang="nl-NL" sz="1050" b="0" i="0" u="none" baseline="0" noProof="1">
                <a:solidFill>
                  <a:schemeClr val="tx1"/>
                </a:solidFill>
                <a:latin typeface="+mn-lt"/>
                <a:cs typeface="Arial" panose="020B0604020202020204" pitchFamily="34" charset="0"/>
              </a:rPr>
              <a:t>Nu kun je de foto bewegen en daarmee het gewenste deel in beeld schuiven. Ook kun je de foto vergroten/verkleinen door met de greepjes in de hoeken te slepen.</a:t>
            </a:r>
          </a:p>
          <a:p>
            <a:pPr marL="200699" indent="-200699">
              <a:lnSpc>
                <a:spcPct val="100000"/>
              </a:lnSpc>
              <a:buFont typeface="Arial" panose="020B0604020202020204" pitchFamily="34" charset="0"/>
              <a:buChar char="•"/>
            </a:pPr>
            <a:r>
              <a:rPr lang="nl-NL" sz="1050" b="0" i="0" u="none" baseline="0" noProof="1">
                <a:solidFill>
                  <a:schemeClr val="tx1"/>
                </a:solidFill>
                <a:latin typeface="+mn-lt"/>
                <a:cs typeface="Arial" panose="020B0604020202020204" pitchFamily="34" charset="0"/>
              </a:rPr>
              <a:t>Klik naast het kader om de bijsnijden-functie te verlaten.</a:t>
            </a:r>
          </a:p>
        </p:txBody>
      </p:sp>
      <p:sp>
        <p:nvSpPr>
          <p:cNvPr id="21" name="Toelichting 2">
            <a:extLst>
              <a:ext uri="{FF2B5EF4-FFF2-40B4-BE49-F238E27FC236}">
                <a16:creationId xmlns:a16="http://schemas.microsoft.com/office/drawing/2014/main" id="{0F8C9FE2-BA24-4C8F-A357-4D9EF1B0D229}"/>
              </a:ext>
            </a:extLst>
          </p:cNvPr>
          <p:cNvSpPr txBox="1"/>
          <p:nvPr userDrawn="1"/>
        </p:nvSpPr>
        <p:spPr>
          <a:xfrm>
            <a:off x="12358572" y="0"/>
            <a:ext cx="2031009" cy="3070071"/>
          </a:xfrm>
          <a:prstGeom prst="rect">
            <a:avLst/>
          </a:prstGeom>
          <a:noFill/>
        </p:spPr>
        <p:txBody>
          <a:bodyPr wrap="square" lIns="0" tIns="0" rIns="0" bIns="0" rtlCol="0">
            <a:spAutoFit/>
          </a:bodyPr>
          <a:lstStyle/>
          <a:p>
            <a:pPr>
              <a:lnSpc>
                <a:spcPct val="100000"/>
              </a:lnSpc>
            </a:pPr>
            <a:r>
              <a:rPr lang="nl-NL" sz="1050" b="1" baseline="0" noProof="1">
                <a:solidFill>
                  <a:schemeClr val="tx2"/>
                </a:solidFill>
                <a:latin typeface="+mn-lt"/>
                <a:cs typeface="Arial" panose="020B0604020202020204" pitchFamily="34" charset="0"/>
              </a:rPr>
              <a:t>Dia herstellen</a:t>
            </a:r>
          </a:p>
          <a:p>
            <a:pPr marL="0" indent="0">
              <a:lnSpc>
                <a:spcPct val="100000"/>
              </a:lnSpc>
              <a:buFont typeface="Arial" panose="020B0604020202020204" pitchFamily="34" charset="0"/>
              <a:buNone/>
            </a:pPr>
            <a:r>
              <a:rPr lang="nl-NL" sz="1050" b="0" i="0" u="none" baseline="0" noProof="1">
                <a:solidFill>
                  <a:schemeClr val="tx1"/>
                </a:solidFill>
                <a:latin typeface="+mn-lt"/>
                <a:cs typeface="Arial" panose="020B0604020202020204" pitchFamily="34" charset="0"/>
              </a:rPr>
              <a:t>Als de elementen niet (meer) op de juiste manier (over elkaar) liggen kun je de dia-indeling herstellen:</a:t>
            </a:r>
          </a:p>
          <a:p>
            <a:pPr marL="200699" indent="-200699">
              <a:lnSpc>
                <a:spcPct val="100000"/>
              </a:lnSpc>
              <a:buFont typeface="Arial" panose="020B0604020202020204" pitchFamily="34" charset="0"/>
              <a:buChar char="•"/>
            </a:pPr>
            <a:r>
              <a:rPr lang="nl-NL" sz="1050" b="0" i="0" u="none" baseline="0" noProof="1">
                <a:solidFill>
                  <a:schemeClr val="tx1"/>
                </a:solidFill>
                <a:latin typeface="+mn-lt"/>
                <a:cs typeface="Arial" panose="020B0604020202020204" pitchFamily="34" charset="0"/>
              </a:rPr>
              <a:t>Op tab </a:t>
            </a:r>
            <a:r>
              <a:rPr lang="nl-NL" sz="1050" b="1" i="0" u="none" baseline="0" noProof="1">
                <a:solidFill>
                  <a:schemeClr val="tx1"/>
                </a:solidFill>
                <a:latin typeface="+mn-lt"/>
                <a:cs typeface="Arial" panose="020B0604020202020204" pitchFamily="34" charset="0"/>
              </a:rPr>
              <a:t>Start</a:t>
            </a:r>
            <a:r>
              <a:rPr lang="nl-NL" sz="1050" b="0" i="0" u="none" baseline="0" noProof="1">
                <a:solidFill>
                  <a:schemeClr val="tx1"/>
                </a:solidFill>
                <a:latin typeface="+mn-lt"/>
                <a:cs typeface="Arial" panose="020B0604020202020204" pitchFamily="34" charset="0"/>
              </a:rPr>
              <a:t>:</a:t>
            </a:r>
            <a:r>
              <a:rPr lang="nl-NL" sz="1050" b="1" i="0" u="none" baseline="0" noProof="1">
                <a:solidFill>
                  <a:schemeClr val="tx1"/>
                </a:solidFill>
                <a:latin typeface="+mn-lt"/>
                <a:cs typeface="Arial" panose="020B0604020202020204" pitchFamily="34" charset="0"/>
              </a:rPr>
              <a:t> </a:t>
            </a:r>
            <a:r>
              <a:rPr lang="nl-NL" sz="1050" b="0" i="0" u="none" baseline="0" noProof="1">
                <a:solidFill>
                  <a:schemeClr val="tx1"/>
                </a:solidFill>
                <a:latin typeface="+mn-lt"/>
                <a:cs typeface="Arial" panose="020B0604020202020204" pitchFamily="34" charset="0"/>
              </a:rPr>
              <a:t>klik op </a:t>
            </a:r>
            <a:r>
              <a:rPr lang="nl-NL" sz="1050" b="1" i="0" u="none" baseline="0" noProof="1">
                <a:solidFill>
                  <a:schemeClr val="tx1"/>
                </a:solidFill>
                <a:latin typeface="+mn-lt"/>
                <a:cs typeface="Arial" panose="020B0604020202020204" pitchFamily="34" charset="0"/>
              </a:rPr>
              <a:t>Opnieuw instellen</a:t>
            </a:r>
            <a:r>
              <a:rPr lang="nl-NL" sz="1050" b="0" i="0" u="none" baseline="0" noProof="1">
                <a:solidFill>
                  <a:schemeClr val="tx1"/>
                </a:solidFill>
                <a:latin typeface="+mn-lt"/>
                <a:cs typeface="Arial" panose="020B0604020202020204" pitchFamily="34" charset="0"/>
              </a:rPr>
              <a:t>.</a:t>
            </a:r>
          </a:p>
          <a:p>
            <a:pPr marL="0" indent="0">
              <a:lnSpc>
                <a:spcPct val="100000"/>
              </a:lnSpc>
              <a:buFont typeface="Arial" panose="020B0604020202020204" pitchFamily="34" charset="0"/>
              <a:buNone/>
            </a:pPr>
            <a:endParaRPr lang="nl-NL" sz="1050" b="0" i="0" u="none"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50" b="0" i="0" u="none" baseline="0" noProof="1">
                <a:solidFill>
                  <a:schemeClr val="tx1"/>
                </a:solidFill>
                <a:latin typeface="+mn-lt"/>
                <a:cs typeface="Arial" panose="020B0604020202020204" pitchFamily="34" charset="0"/>
              </a:rPr>
              <a:t>Helaas moet je hierna eventuele ‘bijsnijdingen’ opnieuw instellen.</a:t>
            </a:r>
          </a:p>
          <a:p>
            <a:pPr marL="0" marR="0" lvl="0" indent="0" algn="l" defTabSz="1070397"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050" b="0" i="0" u="none" baseline="0" noProof="1">
                <a:solidFill>
                  <a:schemeClr val="tx1"/>
                </a:solidFill>
                <a:latin typeface="+mn-lt"/>
                <a:cs typeface="Arial" panose="020B0604020202020204" pitchFamily="34" charset="0"/>
              </a:rPr>
              <a:t>Je kunt dit voorkomen door de bijsnijdingen eerst te verwijderen: </a:t>
            </a:r>
          </a:p>
          <a:p>
            <a:pPr marL="200699" marR="0" lvl="0" indent="-200699" algn="l" defTabSz="107039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050" b="0" i="0" u="none" baseline="0" noProof="1">
                <a:solidFill>
                  <a:schemeClr val="tx1"/>
                </a:solidFill>
                <a:latin typeface="+mn-lt"/>
                <a:cs typeface="Arial" panose="020B0604020202020204" pitchFamily="34" charset="0"/>
              </a:rPr>
              <a:t>Selecteer de foto. </a:t>
            </a:r>
          </a:p>
          <a:p>
            <a:pPr marL="200699" marR="0" lvl="0" indent="-200699" algn="l" defTabSz="107039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050" b="0" i="0" u="none" baseline="0" noProof="1">
                <a:solidFill>
                  <a:schemeClr val="tx1"/>
                </a:solidFill>
                <a:latin typeface="+mn-lt"/>
                <a:cs typeface="Arial" panose="020B0604020202020204" pitchFamily="34" charset="0"/>
              </a:rPr>
              <a:t>Op tab </a:t>
            </a:r>
            <a:r>
              <a:rPr lang="nl-NL" sz="1050" b="1" i="0" u="none" baseline="0" noProof="1">
                <a:solidFill>
                  <a:schemeClr val="tx1"/>
                </a:solidFill>
                <a:latin typeface="+mn-lt"/>
                <a:cs typeface="Arial" panose="020B0604020202020204" pitchFamily="34" charset="0"/>
              </a:rPr>
              <a:t>Hulpmiddelen voor tekenen / Opmaak</a:t>
            </a:r>
            <a:r>
              <a:rPr lang="nl-NL" sz="1050" b="0" i="0" u="none" baseline="0" noProof="1">
                <a:solidFill>
                  <a:schemeClr val="tx1"/>
                </a:solidFill>
                <a:latin typeface="+mn-lt"/>
                <a:cs typeface="Arial" panose="020B0604020202020204" pitchFamily="34" charset="0"/>
              </a:rPr>
              <a:t>: klik op </a:t>
            </a:r>
            <a:r>
              <a:rPr lang="nl-NL" sz="1050" b="1" i="0" u="none" baseline="0" noProof="1">
                <a:solidFill>
                  <a:schemeClr val="tx1"/>
                </a:solidFill>
                <a:latin typeface="+mn-lt"/>
                <a:cs typeface="Arial" panose="020B0604020202020204" pitchFamily="34" charset="0"/>
              </a:rPr>
              <a:t>Afbeeldingen comprimeren</a:t>
            </a:r>
            <a:r>
              <a:rPr lang="nl-NL" sz="1050" b="0" i="0" u="none" baseline="0" noProof="1">
                <a:solidFill>
                  <a:schemeClr val="tx1"/>
                </a:solidFill>
                <a:latin typeface="+mn-lt"/>
                <a:cs typeface="Arial" panose="020B0604020202020204" pitchFamily="34" charset="0"/>
              </a:rPr>
              <a:t> en selecteer </a:t>
            </a:r>
            <a:r>
              <a:rPr lang="nl-NL" sz="1050" b="1" i="0" u="none" baseline="0" noProof="1">
                <a:solidFill>
                  <a:schemeClr val="tx1"/>
                </a:solidFill>
                <a:latin typeface="+mn-lt"/>
                <a:cs typeface="Arial" panose="020B0604020202020204" pitchFamily="34" charset="0"/>
              </a:rPr>
              <a:t>Bijgesneden gebieden van afbeeldingen verwijderen</a:t>
            </a:r>
            <a:r>
              <a:rPr lang="nl-NL" sz="1050" b="0" i="0" u="none" baseline="0" noProof="1">
                <a:solidFill>
                  <a:schemeClr val="tx1"/>
                </a:solidFill>
                <a:latin typeface="+mn-lt"/>
                <a:cs typeface="Arial" panose="020B0604020202020204" pitchFamily="34" charset="0"/>
              </a:rPr>
              <a:t>.</a:t>
            </a:r>
          </a:p>
        </p:txBody>
      </p:sp>
      <p:grpSp>
        <p:nvGrpSpPr>
          <p:cNvPr id="28" name="Groep 27">
            <a:extLst>
              <a:ext uri="{FF2B5EF4-FFF2-40B4-BE49-F238E27FC236}">
                <a16:creationId xmlns:a16="http://schemas.microsoft.com/office/drawing/2014/main" id="{BE146738-8187-4BD2-A109-7553796348B6}"/>
              </a:ext>
            </a:extLst>
          </p:cNvPr>
          <p:cNvGrpSpPr/>
          <p:nvPr userDrawn="1"/>
        </p:nvGrpSpPr>
        <p:grpSpPr>
          <a:xfrm>
            <a:off x="-2172832" y="152630"/>
            <a:ext cx="2046443" cy="2135136"/>
            <a:chOff x="-2172832" y="1897500"/>
            <a:chExt cx="2046443" cy="2135136"/>
          </a:xfrm>
        </p:grpSpPr>
        <p:sp>
          <p:nvSpPr>
            <p:cNvPr id="29" name="Toelichting 2">
              <a:extLst>
                <a:ext uri="{FF2B5EF4-FFF2-40B4-BE49-F238E27FC236}">
                  <a16:creationId xmlns:a16="http://schemas.microsoft.com/office/drawing/2014/main" id="{2DBC996F-99C8-4D5B-AEDD-8F14050228D9}"/>
                </a:ext>
              </a:extLst>
            </p:cNvPr>
            <p:cNvSpPr txBox="1"/>
            <p:nvPr userDrawn="1"/>
          </p:nvSpPr>
          <p:spPr>
            <a:xfrm>
              <a:off x="-2172832" y="1897500"/>
              <a:ext cx="2046443" cy="1846659"/>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Nieuwe dia</a:t>
              </a:r>
              <a:endParaRPr lang="nl-NL" sz="1000" baseline="0" noProof="1">
                <a:solidFill>
                  <a:schemeClr val="accent2"/>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Klik op de </a:t>
              </a:r>
              <a:r>
                <a:rPr lang="nl-NL" sz="1000" b="1" baseline="0" noProof="1">
                  <a:solidFill>
                    <a:schemeClr val="tx1"/>
                  </a:solidFill>
                  <a:latin typeface="+mn-lt"/>
                  <a:cs typeface="Arial" panose="020B0604020202020204" pitchFamily="34" charset="0"/>
                </a:rPr>
                <a:t>Start</a:t>
              </a:r>
              <a:r>
                <a:rPr lang="nl-NL" sz="1000" baseline="0" noProof="1">
                  <a:solidFill>
                    <a:schemeClr val="tx1"/>
                  </a:solidFill>
                  <a:latin typeface="+mn-lt"/>
                  <a:cs typeface="Arial" panose="020B0604020202020204" pitchFamily="34" charset="0"/>
                </a:rPr>
                <a:t>-tab </a:t>
              </a:r>
              <a:r>
                <a:rPr lang="nl-NL" sz="1000" u="sng" baseline="0" noProof="1">
                  <a:solidFill>
                    <a:schemeClr val="tx1"/>
                  </a:solidFill>
                  <a:latin typeface="+mn-lt"/>
                  <a:cs typeface="Arial" panose="020B0604020202020204" pitchFamily="34" charset="0"/>
                </a:rPr>
                <a:t>op het tekstje onder </a:t>
              </a:r>
              <a:r>
                <a:rPr lang="nl-NL" sz="1000" baseline="0" noProof="1">
                  <a:solidFill>
                    <a:schemeClr val="tx1"/>
                  </a:solidFill>
                  <a:latin typeface="+mn-lt"/>
                  <a:cs typeface="Arial" panose="020B0604020202020204" pitchFamily="34" charset="0"/>
                </a:rPr>
                <a:t>het pictogram </a:t>
              </a:r>
              <a:r>
                <a:rPr lang="nl-NL" sz="1000" b="1" baseline="0" noProof="1">
                  <a:solidFill>
                    <a:schemeClr val="tx1"/>
                  </a:solidFill>
                  <a:latin typeface="+mn-lt"/>
                  <a:cs typeface="Arial" panose="020B0604020202020204" pitchFamily="34" charset="0"/>
                </a:rPr>
                <a:t>Nieuwe dia</a:t>
              </a:r>
              <a:r>
                <a:rPr lang="nl-NL" sz="1000" baseline="0" noProof="1">
                  <a:solidFill>
                    <a:schemeClr val="tx1"/>
                  </a:solidFill>
                  <a:latin typeface="+mn-lt"/>
                  <a:cs typeface="Arial" panose="020B0604020202020204" pitchFamily="34" charset="0"/>
                </a:rPr>
                <a:t>:</a:t>
              </a: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1" baseline="0" noProof="1">
                <a:solidFill>
                  <a:schemeClr val="tx1"/>
                </a:solidFill>
                <a:latin typeface="+mn-lt"/>
                <a:cs typeface="Arial" panose="020B0604020202020204" pitchFamily="34" charset="0"/>
              </a:endParaRPr>
            </a:p>
            <a:p>
              <a:pPr>
                <a:lnSpc>
                  <a:spcPct val="100000"/>
                </a:lnSpc>
              </a:pPr>
              <a:r>
                <a:rPr lang="nl-NL" sz="1000" b="1" baseline="0" noProof="1">
                  <a:solidFill>
                    <a:schemeClr val="accent2"/>
                  </a:solidFill>
                  <a:latin typeface="+mn-lt"/>
                  <a:cs typeface="Arial" panose="020B0604020202020204" pitchFamily="34" charset="0"/>
                </a:rPr>
                <a:t>Andere indeling voor huidige dia</a:t>
              </a:r>
            </a:p>
            <a:p>
              <a:pPr>
                <a:lnSpc>
                  <a:spcPct val="100000"/>
                </a:lnSpc>
              </a:pPr>
              <a:r>
                <a:rPr lang="nl-NL" sz="1000" b="0" baseline="0" noProof="1">
                  <a:solidFill>
                    <a:schemeClr val="tx1"/>
                  </a:solidFill>
                  <a:latin typeface="+mn-lt"/>
                  <a:cs typeface="Arial" panose="020B0604020202020204" pitchFamily="34" charset="0"/>
                </a:rPr>
                <a:t>Klik op de </a:t>
              </a:r>
              <a:r>
                <a:rPr lang="nl-NL" sz="1000" b="1" baseline="0" noProof="1">
                  <a:solidFill>
                    <a:schemeClr val="tx1"/>
                  </a:solidFill>
                  <a:latin typeface="+mn-lt"/>
                  <a:cs typeface="Arial" panose="020B0604020202020204" pitchFamily="34" charset="0"/>
                </a:rPr>
                <a:t>Start</a:t>
              </a:r>
              <a:r>
                <a:rPr lang="nl-NL" sz="1000" b="0" baseline="0" noProof="1">
                  <a:solidFill>
                    <a:schemeClr val="tx1"/>
                  </a:solidFill>
                  <a:latin typeface="+mn-lt"/>
                  <a:cs typeface="Arial" panose="020B0604020202020204" pitchFamily="34" charset="0"/>
                </a:rPr>
                <a:t>-tab op Indeling:</a:t>
              </a:r>
            </a:p>
          </p:txBody>
        </p:sp>
        <p:pic>
          <p:nvPicPr>
            <p:cNvPr id="30" name="Afbeelding 29">
              <a:extLst>
                <a:ext uri="{FF2B5EF4-FFF2-40B4-BE49-F238E27FC236}">
                  <a16:creationId xmlns:a16="http://schemas.microsoft.com/office/drawing/2014/main" id="{1939F5F1-5D4F-4461-9A94-52EF82EE60D8}"/>
                </a:ext>
              </a:extLst>
            </p:cNvPr>
            <p:cNvPicPr>
              <a:picLocks noChangeAspect="1"/>
            </p:cNvPicPr>
            <p:nvPr userDrawn="1"/>
          </p:nvPicPr>
          <p:blipFill>
            <a:blip r:embed="rId3"/>
            <a:stretch>
              <a:fillRect/>
            </a:stretch>
          </p:blipFill>
          <p:spPr>
            <a:xfrm>
              <a:off x="-1720819" y="2405204"/>
              <a:ext cx="514350" cy="762000"/>
            </a:xfrm>
            <a:prstGeom prst="rect">
              <a:avLst/>
            </a:prstGeom>
          </p:spPr>
        </p:pic>
        <p:sp>
          <p:nvSpPr>
            <p:cNvPr id="31" name="Pijl: links 30">
              <a:extLst>
                <a:ext uri="{FF2B5EF4-FFF2-40B4-BE49-F238E27FC236}">
                  <a16:creationId xmlns:a16="http://schemas.microsoft.com/office/drawing/2014/main" id="{57ECED57-F7F9-4D97-A1AA-0E4CB7F905C8}"/>
                </a:ext>
              </a:extLst>
            </p:cNvPr>
            <p:cNvSpPr/>
            <p:nvPr userDrawn="1"/>
          </p:nvSpPr>
          <p:spPr>
            <a:xfrm>
              <a:off x="-1249266" y="2906162"/>
              <a:ext cx="514350" cy="181070"/>
            </a:xfrm>
            <a:prstGeom prst="lef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nl-NL">
                <a:solidFill>
                  <a:schemeClr val="tx1"/>
                </a:solidFill>
              </a:endParaRPr>
            </a:p>
          </p:txBody>
        </p:sp>
        <p:pic>
          <p:nvPicPr>
            <p:cNvPr id="32" name="Afbeelding 31">
              <a:extLst>
                <a:ext uri="{FF2B5EF4-FFF2-40B4-BE49-F238E27FC236}">
                  <a16:creationId xmlns:a16="http://schemas.microsoft.com/office/drawing/2014/main" id="{FB007FD4-75A6-4597-BC31-9C0ABA112C0B}"/>
                </a:ext>
              </a:extLst>
            </p:cNvPr>
            <p:cNvPicPr>
              <a:picLocks noChangeAspect="1"/>
            </p:cNvPicPr>
            <p:nvPr userDrawn="1"/>
          </p:nvPicPr>
          <p:blipFill>
            <a:blip r:embed="rId4"/>
            <a:stretch>
              <a:fillRect/>
            </a:stretch>
          </p:blipFill>
          <p:spPr>
            <a:xfrm>
              <a:off x="-1730279" y="3784986"/>
              <a:ext cx="962025" cy="247650"/>
            </a:xfrm>
            <a:prstGeom prst="rect">
              <a:avLst/>
            </a:prstGeom>
          </p:spPr>
        </p:pic>
      </p:grpSp>
      <p:sp>
        <p:nvSpPr>
          <p:cNvPr id="33" name="Toelichting 2">
            <a:extLst>
              <a:ext uri="{FF2B5EF4-FFF2-40B4-BE49-F238E27FC236}">
                <a16:creationId xmlns:a16="http://schemas.microsoft.com/office/drawing/2014/main" id="{4AC97971-A551-4EFE-A7DF-0E5E3603CC1D}"/>
              </a:ext>
            </a:extLst>
          </p:cNvPr>
          <p:cNvSpPr txBox="1"/>
          <p:nvPr userDrawn="1"/>
        </p:nvSpPr>
        <p:spPr>
          <a:xfrm>
            <a:off x="-2172832" y="2500247"/>
            <a:ext cx="2141781" cy="4308872"/>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Licht of donker</a:t>
            </a:r>
          </a:p>
          <a:p>
            <a:pPr>
              <a:lnSpc>
                <a:spcPct val="100000"/>
              </a:lnSpc>
            </a:pPr>
            <a:r>
              <a:rPr lang="nl-NL" sz="1000" b="0" baseline="0" noProof="1">
                <a:solidFill>
                  <a:schemeClr val="tx1"/>
                </a:solidFill>
                <a:latin typeface="+mn-lt"/>
                <a:cs typeface="Arial" panose="020B0604020202020204" pitchFamily="34" charset="0"/>
              </a:rPr>
              <a:t>Deze template bevat twee ontwerpen: één met voornamelijk witte en één met voornamelijk donkergrijze achtergronden.</a:t>
            </a:r>
          </a:p>
          <a:p>
            <a:pPr>
              <a:lnSpc>
                <a:spcPct val="100000"/>
              </a:lnSpc>
            </a:pPr>
            <a:endParaRPr lang="nl-NL" sz="1000" b="0" baseline="0" noProof="1">
              <a:solidFill>
                <a:schemeClr val="tx1"/>
              </a:solidFill>
              <a:latin typeface="+mn-lt"/>
              <a:cs typeface="Arial" panose="020B0604020202020204" pitchFamily="34" charset="0"/>
            </a:endParaRPr>
          </a:p>
          <a:p>
            <a:pPr>
              <a:lnSpc>
                <a:spcPct val="100000"/>
              </a:lnSpc>
            </a:pPr>
            <a:r>
              <a:rPr lang="nl-NL" sz="1000" b="0" baseline="0" noProof="1">
                <a:solidFill>
                  <a:schemeClr val="tx1"/>
                </a:solidFill>
                <a:latin typeface="+mn-lt"/>
                <a:cs typeface="Arial" panose="020B0604020202020204" pitchFamily="34" charset="0"/>
              </a:rPr>
              <a:t>In de ruimte waar je presenteert kun je kiezen welke van de twee het prettigst is. Je kiest één van de twee ontwerpen als volgt:</a:t>
            </a: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Klik op tab </a:t>
            </a:r>
            <a:r>
              <a:rPr lang="nl-NL" sz="1000" b="1" baseline="0" noProof="1">
                <a:solidFill>
                  <a:schemeClr val="tx1"/>
                </a:solidFill>
                <a:latin typeface="+mn-lt"/>
                <a:cs typeface="Arial" panose="020B0604020202020204" pitchFamily="34" charset="0"/>
              </a:rPr>
              <a:t>Ontwerpen</a:t>
            </a: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Uiterst links staan de twee ontwerpen van InfoSupport:</a:t>
            </a: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Klik op het gewenste ontwerp.</a:t>
            </a: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Alle dia’s in je presentatie worden omgezet naar dat ontwerp.</a:t>
            </a:r>
          </a:p>
          <a:p>
            <a:pPr marL="0" indent="0">
              <a:lnSpc>
                <a:spcPct val="100000"/>
              </a:lnSpc>
              <a:buFont typeface="Arial" panose="020B0604020202020204" pitchFamily="34" charset="0"/>
              <a:buNone/>
            </a:pPr>
            <a:endParaRPr lang="nl-NL" sz="1000" b="0" i="1"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00" b="0" i="1" baseline="0" noProof="1">
                <a:solidFill>
                  <a:schemeClr val="tx1"/>
                </a:solidFill>
                <a:latin typeface="+mn-lt"/>
                <a:cs typeface="Arial" panose="020B0604020202020204" pitchFamily="34" charset="0"/>
              </a:rPr>
              <a:t>Let op: eventueel handmatig opgemaakte dia’s worden </a:t>
            </a:r>
            <a:r>
              <a:rPr lang="nl-NL" sz="1000" b="0" i="1" u="sng" baseline="0" noProof="1">
                <a:solidFill>
                  <a:schemeClr val="tx1"/>
                </a:solidFill>
                <a:latin typeface="+mn-lt"/>
                <a:cs typeface="Arial" panose="020B0604020202020204" pitchFamily="34" charset="0"/>
              </a:rPr>
              <a:t>niet</a:t>
            </a:r>
            <a:r>
              <a:rPr lang="nl-NL" sz="1000" b="0" i="1" baseline="0" noProof="1">
                <a:solidFill>
                  <a:schemeClr val="tx1"/>
                </a:solidFill>
                <a:latin typeface="+mn-lt"/>
                <a:cs typeface="Arial" panose="020B0604020202020204" pitchFamily="34" charset="0"/>
              </a:rPr>
              <a:t> omgezet.</a:t>
            </a:r>
          </a:p>
        </p:txBody>
      </p:sp>
      <p:pic>
        <p:nvPicPr>
          <p:cNvPr id="34" name="Afbeelding 33">
            <a:extLst>
              <a:ext uri="{FF2B5EF4-FFF2-40B4-BE49-F238E27FC236}">
                <a16:creationId xmlns:a16="http://schemas.microsoft.com/office/drawing/2014/main" id="{59CBA8FD-0EFF-4BD9-A350-B4A42F509849}"/>
              </a:ext>
            </a:extLst>
          </p:cNvPr>
          <p:cNvPicPr>
            <a:picLocks noChangeAspect="1"/>
          </p:cNvPicPr>
          <p:nvPr userDrawn="1"/>
        </p:nvPicPr>
        <p:blipFill>
          <a:blip r:embed="rId5"/>
          <a:stretch>
            <a:fillRect/>
          </a:stretch>
        </p:blipFill>
        <p:spPr>
          <a:xfrm>
            <a:off x="-2020432" y="4534453"/>
            <a:ext cx="1827354" cy="1067068"/>
          </a:xfrm>
          <a:prstGeom prst="rect">
            <a:avLst/>
          </a:prstGeom>
        </p:spPr>
      </p:pic>
    </p:spTree>
    <p:extLst>
      <p:ext uri="{BB962C8B-B14F-4D97-AF65-F5344CB8AC3E}">
        <p14:creationId xmlns:p14="http://schemas.microsoft.com/office/powerpoint/2010/main" val="3704221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en object">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9A4D82EB-A068-41A9-80F3-33E950159D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7" name="Toelichting 2">
            <a:extLst>
              <a:ext uri="{FF2B5EF4-FFF2-40B4-BE49-F238E27FC236}">
                <a16:creationId xmlns:a16="http://schemas.microsoft.com/office/drawing/2014/main" id="{C02237BE-ACED-416B-B03B-35F33FCB7DCE}"/>
              </a:ext>
            </a:extLst>
          </p:cNvPr>
          <p:cNvSpPr txBox="1"/>
          <p:nvPr userDrawn="1"/>
        </p:nvSpPr>
        <p:spPr>
          <a:xfrm>
            <a:off x="-2105892" y="1897500"/>
            <a:ext cx="1979503" cy="4154984"/>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Tekst opmaken</a:t>
            </a:r>
            <a:endParaRPr lang="nl-NL" sz="1000" baseline="0" noProof="1">
              <a:solidFill>
                <a:schemeClr val="accent2"/>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In tekstkaders zijn negen opmaakstijlen ingesteld:</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streepje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pijltje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blokje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‘tilde’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Platte tekst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Tussenkopje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nummers</a:t>
            </a: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Je kiest een stijl door </a:t>
            </a:r>
            <a:r>
              <a:rPr lang="nl-NL" sz="1000" i="1" baseline="0" noProof="1">
                <a:solidFill>
                  <a:schemeClr val="tx1"/>
                </a:solidFill>
                <a:latin typeface="+mn-lt"/>
                <a:cs typeface="Arial" panose="020B0604020202020204" pitchFamily="34" charset="0"/>
              </a:rPr>
              <a:t>aan het begin van een regel </a:t>
            </a:r>
            <a:r>
              <a:rPr lang="nl-NL" sz="1000" baseline="0" noProof="1">
                <a:solidFill>
                  <a:schemeClr val="tx1"/>
                </a:solidFill>
                <a:latin typeface="+mn-lt"/>
                <a:cs typeface="Arial" panose="020B0604020202020204" pitchFamily="34" charset="0"/>
              </a:rPr>
              <a:t>op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of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te drukken:</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volgende</a:t>
            </a:r>
            <a:r>
              <a:rPr lang="nl-NL" sz="1000" baseline="0" noProof="1">
                <a:solidFill>
                  <a:schemeClr val="tx1"/>
                </a:solidFill>
                <a:latin typeface="+mn-lt"/>
                <a:cs typeface="Arial" panose="020B0604020202020204" pitchFamily="34" charset="0"/>
              </a:rPr>
              <a:t> tekststijl.</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vorige</a:t>
            </a:r>
            <a:r>
              <a:rPr lang="nl-NL" sz="1000" i="0" u="none" baseline="0" noProof="1">
                <a:solidFill>
                  <a:schemeClr val="tx1"/>
                </a:solidFill>
                <a:latin typeface="+mn-lt"/>
                <a:cs typeface="Arial" panose="020B0604020202020204" pitchFamily="34" charset="0"/>
              </a:rPr>
              <a:t> tekststijl</a:t>
            </a:r>
          </a:p>
          <a:p>
            <a:pPr marL="0" indent="0">
              <a:lnSpc>
                <a:spcPct val="100000"/>
              </a:lnSpc>
              <a:buFont typeface="Arial" panose="020B0604020202020204" pitchFamily="34" charset="0"/>
              <a:buNone/>
            </a:pPr>
            <a:endParaRPr lang="nl-NL" sz="1000" i="0" u="none"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00" i="0" u="none" baseline="0" noProof="1">
                <a:solidFill>
                  <a:schemeClr val="tx1"/>
                </a:solidFill>
                <a:latin typeface="+mn-lt"/>
                <a:cs typeface="Arial" panose="020B0604020202020204" pitchFamily="34" charset="0"/>
              </a:rPr>
              <a:t>Je kunt meerdere ‘sprongen’ tegelijk voor- of achteruit maken als je b.v. van niveau 1 naar niveau 4 wilt gaan. Je drukt dan aan het begin van een regel meerdere keren op </a:t>
            </a:r>
            <a:r>
              <a:rPr lang="nl-NL" sz="1000" b="1" i="0" u="none" baseline="0" noProof="1">
                <a:solidFill>
                  <a:schemeClr val="tx1"/>
                </a:solidFill>
                <a:latin typeface="+mn-lt"/>
                <a:cs typeface="Arial" panose="020B0604020202020204" pitchFamily="34" charset="0"/>
              </a:rPr>
              <a:t>[Tab]</a:t>
            </a:r>
            <a:r>
              <a:rPr lang="nl-NL" sz="1000" i="0" u="none" baseline="0" noProof="1">
                <a:solidFill>
                  <a:schemeClr val="tx1"/>
                </a:solidFill>
                <a:latin typeface="+mn-lt"/>
                <a:cs typeface="Arial" panose="020B0604020202020204" pitchFamily="34" charset="0"/>
              </a:rPr>
              <a:t> of </a:t>
            </a:r>
            <a:r>
              <a:rPr lang="nl-NL" sz="1000" b="1" i="0" u="none" baseline="0" noProof="1">
                <a:solidFill>
                  <a:schemeClr val="tx1"/>
                </a:solidFill>
                <a:latin typeface="+mn-lt"/>
                <a:cs typeface="Arial" panose="020B0604020202020204" pitchFamily="34" charset="0"/>
              </a:rPr>
              <a:t>[Shift]+[Tab].</a:t>
            </a:r>
          </a:p>
        </p:txBody>
      </p:sp>
      <p:sp>
        <p:nvSpPr>
          <p:cNvPr id="4" name="Titel 3">
            <a:extLst>
              <a:ext uri="{FF2B5EF4-FFF2-40B4-BE49-F238E27FC236}">
                <a16:creationId xmlns:a16="http://schemas.microsoft.com/office/drawing/2014/main" id="{A635C0F4-5237-4F1A-B811-55FEE922453D}"/>
              </a:ext>
            </a:extLst>
          </p:cNvPr>
          <p:cNvSpPr>
            <a:spLocks noGrp="1"/>
          </p:cNvSpPr>
          <p:nvPr>
            <p:ph type="title"/>
          </p:nvPr>
        </p:nvSpPr>
        <p:spPr/>
        <p:txBody>
          <a:bodyPr/>
          <a:lstStyle/>
          <a:p>
            <a:r>
              <a:rPr lang="en-US"/>
              <a:t>Click to edit Master title style</a:t>
            </a:r>
            <a:endParaRPr lang="nl-NL" dirty="0"/>
          </a:p>
        </p:txBody>
      </p:sp>
    </p:spTree>
    <p:extLst>
      <p:ext uri="{BB962C8B-B14F-4D97-AF65-F5344CB8AC3E}">
        <p14:creationId xmlns:p14="http://schemas.microsoft.com/office/powerpoint/2010/main" val="2214810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en tekst 1">
    <p:spTree>
      <p:nvGrpSpPr>
        <p:cNvPr id="1" name=""/>
        <p:cNvGrpSpPr/>
        <p:nvPr/>
      </p:nvGrpSpPr>
      <p:grpSpPr>
        <a:xfrm>
          <a:off x="0" y="0"/>
          <a:ext cx="0" cy="0"/>
          <a:chOff x="0" y="0"/>
          <a:chExt cx="0" cy="0"/>
        </a:xfrm>
      </p:grpSpPr>
      <p:sp>
        <p:nvSpPr>
          <p:cNvPr id="7" name="Toelichting 2">
            <a:extLst>
              <a:ext uri="{FF2B5EF4-FFF2-40B4-BE49-F238E27FC236}">
                <a16:creationId xmlns:a16="http://schemas.microsoft.com/office/drawing/2014/main" id="{C02237BE-ACED-416B-B03B-35F33FCB7DCE}"/>
              </a:ext>
            </a:extLst>
          </p:cNvPr>
          <p:cNvSpPr txBox="1"/>
          <p:nvPr userDrawn="1"/>
        </p:nvSpPr>
        <p:spPr>
          <a:xfrm>
            <a:off x="-2105892" y="1897500"/>
            <a:ext cx="1979503" cy="4154984"/>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Tekst opmaken</a:t>
            </a:r>
            <a:endParaRPr lang="nl-NL" sz="1000" baseline="0" noProof="1">
              <a:solidFill>
                <a:schemeClr val="accent2"/>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In tekstkaders zijn negen opmaakstijlen ingesteld:</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streepje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pijltje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blokje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‘tilde’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Platte tekst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Tussenkopje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nummers</a:t>
            </a: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Je kiest een stijl door </a:t>
            </a:r>
            <a:r>
              <a:rPr lang="nl-NL" sz="1000" i="1" baseline="0" noProof="1">
                <a:solidFill>
                  <a:schemeClr val="tx1"/>
                </a:solidFill>
                <a:latin typeface="+mn-lt"/>
                <a:cs typeface="Arial" panose="020B0604020202020204" pitchFamily="34" charset="0"/>
              </a:rPr>
              <a:t>aan het begin van een regel </a:t>
            </a:r>
            <a:r>
              <a:rPr lang="nl-NL" sz="1000" baseline="0" noProof="1">
                <a:solidFill>
                  <a:schemeClr val="tx1"/>
                </a:solidFill>
                <a:latin typeface="+mn-lt"/>
                <a:cs typeface="Arial" panose="020B0604020202020204" pitchFamily="34" charset="0"/>
              </a:rPr>
              <a:t>op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of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te drukken:</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volgende</a:t>
            </a:r>
            <a:r>
              <a:rPr lang="nl-NL" sz="1000" baseline="0" noProof="1">
                <a:solidFill>
                  <a:schemeClr val="tx1"/>
                </a:solidFill>
                <a:latin typeface="+mn-lt"/>
                <a:cs typeface="Arial" panose="020B0604020202020204" pitchFamily="34" charset="0"/>
              </a:rPr>
              <a:t> tekststijl.</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vorige</a:t>
            </a:r>
            <a:r>
              <a:rPr lang="nl-NL" sz="1000" i="0" u="none" baseline="0" noProof="1">
                <a:solidFill>
                  <a:schemeClr val="tx1"/>
                </a:solidFill>
                <a:latin typeface="+mn-lt"/>
                <a:cs typeface="Arial" panose="020B0604020202020204" pitchFamily="34" charset="0"/>
              </a:rPr>
              <a:t> tekststijl</a:t>
            </a:r>
          </a:p>
          <a:p>
            <a:pPr marL="0" indent="0">
              <a:lnSpc>
                <a:spcPct val="100000"/>
              </a:lnSpc>
              <a:buFont typeface="Arial" panose="020B0604020202020204" pitchFamily="34" charset="0"/>
              <a:buNone/>
            </a:pPr>
            <a:endParaRPr lang="nl-NL" sz="1000" i="0" u="none"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00" i="0" u="none" baseline="0" noProof="1">
                <a:solidFill>
                  <a:schemeClr val="tx1"/>
                </a:solidFill>
                <a:latin typeface="+mn-lt"/>
                <a:cs typeface="Arial" panose="020B0604020202020204" pitchFamily="34" charset="0"/>
              </a:rPr>
              <a:t>Je kunt meerdere ‘sprongen’ tegelijk voor- of achteruit maken als je b.v. van niveau 1 naar niveau 4 wilt gaan. Je drukt dan aan het begin van een regel meerdere keren op </a:t>
            </a:r>
            <a:r>
              <a:rPr lang="nl-NL" sz="1000" b="1" i="0" u="none" baseline="0" noProof="1">
                <a:solidFill>
                  <a:schemeClr val="tx1"/>
                </a:solidFill>
                <a:latin typeface="+mn-lt"/>
                <a:cs typeface="Arial" panose="020B0604020202020204" pitchFamily="34" charset="0"/>
              </a:rPr>
              <a:t>[Tab]</a:t>
            </a:r>
            <a:r>
              <a:rPr lang="nl-NL" sz="1000" i="0" u="none" baseline="0" noProof="1">
                <a:solidFill>
                  <a:schemeClr val="tx1"/>
                </a:solidFill>
                <a:latin typeface="+mn-lt"/>
                <a:cs typeface="Arial" panose="020B0604020202020204" pitchFamily="34" charset="0"/>
              </a:rPr>
              <a:t> of </a:t>
            </a:r>
            <a:r>
              <a:rPr lang="nl-NL" sz="1000" b="1" i="0" u="none" baseline="0" noProof="1">
                <a:solidFill>
                  <a:schemeClr val="tx1"/>
                </a:solidFill>
                <a:latin typeface="+mn-lt"/>
                <a:cs typeface="Arial" panose="020B0604020202020204" pitchFamily="34" charset="0"/>
              </a:rPr>
              <a:t>[Shift]+[Tab].</a:t>
            </a:r>
          </a:p>
        </p:txBody>
      </p:sp>
      <p:sp>
        <p:nvSpPr>
          <p:cNvPr id="4" name="Titel 3">
            <a:extLst>
              <a:ext uri="{FF2B5EF4-FFF2-40B4-BE49-F238E27FC236}">
                <a16:creationId xmlns:a16="http://schemas.microsoft.com/office/drawing/2014/main" id="{A635C0F4-5237-4F1A-B811-55FEE922453D}"/>
              </a:ext>
            </a:extLst>
          </p:cNvPr>
          <p:cNvSpPr>
            <a:spLocks noGrp="1"/>
          </p:cNvSpPr>
          <p:nvPr>
            <p:ph type="title"/>
          </p:nvPr>
        </p:nvSpPr>
        <p:spPr/>
        <p:txBody>
          <a:bodyPr/>
          <a:lstStyle/>
          <a:p>
            <a:r>
              <a:rPr lang="en-US"/>
              <a:t>Click to edit Master title style</a:t>
            </a:r>
            <a:endParaRPr lang="nl-NL" dirty="0"/>
          </a:p>
        </p:txBody>
      </p:sp>
      <p:sp>
        <p:nvSpPr>
          <p:cNvPr id="5" name="Tijdelijke aanduiding voor tekst 4">
            <a:extLst>
              <a:ext uri="{FF2B5EF4-FFF2-40B4-BE49-F238E27FC236}">
                <a16:creationId xmlns:a16="http://schemas.microsoft.com/office/drawing/2014/main" id="{64C97EC5-E070-465A-AFF6-979AE75863DD}"/>
              </a:ext>
            </a:extLst>
          </p:cNvPr>
          <p:cNvSpPr>
            <a:spLocks noGrp="1"/>
          </p:cNvSpPr>
          <p:nvPr>
            <p:ph type="body" sz="quarter" idx="10"/>
          </p:nvPr>
        </p:nvSpPr>
        <p:spPr>
          <a:xfrm>
            <a:off x="1296000" y="2016000"/>
            <a:ext cx="9864000" cy="41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8" name="Rechthoekige driehoek 7">
            <a:extLst>
              <a:ext uri="{FF2B5EF4-FFF2-40B4-BE49-F238E27FC236}">
                <a16:creationId xmlns:a16="http://schemas.microsoft.com/office/drawing/2014/main" id="{FC531A8F-4551-47F9-9AFA-3A736CB2DFE5}"/>
              </a:ext>
            </a:extLst>
          </p:cNvPr>
          <p:cNvSpPr/>
          <p:nvPr userDrawn="1"/>
        </p:nvSpPr>
        <p:spPr>
          <a:xfrm rot="5400000">
            <a:off x="11400000" y="0"/>
            <a:ext cx="792000" cy="7920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 name="Rechthoek 5">
            <a:extLst>
              <a:ext uri="{FF2B5EF4-FFF2-40B4-BE49-F238E27FC236}">
                <a16:creationId xmlns:a16="http://schemas.microsoft.com/office/drawing/2014/main" id="{F9A8806D-DC6A-4097-B437-37410FFC11B7}"/>
              </a:ext>
            </a:extLst>
          </p:cNvPr>
          <p:cNvSpPr/>
          <p:nvPr userDrawn="1"/>
        </p:nvSpPr>
        <p:spPr>
          <a:xfrm>
            <a:off x="11400000" y="6066000"/>
            <a:ext cx="792000" cy="79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3957808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el en tekst 2">
    <p:spTree>
      <p:nvGrpSpPr>
        <p:cNvPr id="1" name=""/>
        <p:cNvGrpSpPr/>
        <p:nvPr/>
      </p:nvGrpSpPr>
      <p:grpSpPr>
        <a:xfrm>
          <a:off x="0" y="0"/>
          <a:ext cx="0" cy="0"/>
          <a:chOff x="0" y="0"/>
          <a:chExt cx="0" cy="0"/>
        </a:xfrm>
      </p:grpSpPr>
      <p:sp>
        <p:nvSpPr>
          <p:cNvPr id="7" name="Toelichting 2">
            <a:extLst>
              <a:ext uri="{FF2B5EF4-FFF2-40B4-BE49-F238E27FC236}">
                <a16:creationId xmlns:a16="http://schemas.microsoft.com/office/drawing/2014/main" id="{C02237BE-ACED-416B-B03B-35F33FCB7DCE}"/>
              </a:ext>
            </a:extLst>
          </p:cNvPr>
          <p:cNvSpPr txBox="1"/>
          <p:nvPr userDrawn="1"/>
        </p:nvSpPr>
        <p:spPr>
          <a:xfrm>
            <a:off x="-2105892" y="1897500"/>
            <a:ext cx="1979503" cy="4154984"/>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Tekst opmaken</a:t>
            </a:r>
            <a:endParaRPr lang="nl-NL" sz="1000" baseline="0" noProof="1">
              <a:solidFill>
                <a:schemeClr val="accent2"/>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In tekstkaders zijn negen opmaakstijlen ingesteld:</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streepje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pijltje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blokje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‘tilde’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Platte tekst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Tussenkopje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nummers</a:t>
            </a: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Je kiest een stijl door </a:t>
            </a:r>
            <a:r>
              <a:rPr lang="nl-NL" sz="1000" i="1" baseline="0" noProof="1">
                <a:solidFill>
                  <a:schemeClr val="tx1"/>
                </a:solidFill>
                <a:latin typeface="+mn-lt"/>
                <a:cs typeface="Arial" panose="020B0604020202020204" pitchFamily="34" charset="0"/>
              </a:rPr>
              <a:t>aan het begin van een regel </a:t>
            </a:r>
            <a:r>
              <a:rPr lang="nl-NL" sz="1000" baseline="0" noProof="1">
                <a:solidFill>
                  <a:schemeClr val="tx1"/>
                </a:solidFill>
                <a:latin typeface="+mn-lt"/>
                <a:cs typeface="Arial" panose="020B0604020202020204" pitchFamily="34" charset="0"/>
              </a:rPr>
              <a:t>op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of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te drukken:</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volgende</a:t>
            </a:r>
            <a:r>
              <a:rPr lang="nl-NL" sz="1000" baseline="0" noProof="1">
                <a:solidFill>
                  <a:schemeClr val="tx1"/>
                </a:solidFill>
                <a:latin typeface="+mn-lt"/>
                <a:cs typeface="Arial" panose="020B0604020202020204" pitchFamily="34" charset="0"/>
              </a:rPr>
              <a:t> tekststijl.</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vorige</a:t>
            </a:r>
            <a:r>
              <a:rPr lang="nl-NL" sz="1000" i="0" u="none" baseline="0" noProof="1">
                <a:solidFill>
                  <a:schemeClr val="tx1"/>
                </a:solidFill>
                <a:latin typeface="+mn-lt"/>
                <a:cs typeface="Arial" panose="020B0604020202020204" pitchFamily="34" charset="0"/>
              </a:rPr>
              <a:t> tekststijl</a:t>
            </a:r>
          </a:p>
          <a:p>
            <a:pPr marL="0" indent="0">
              <a:lnSpc>
                <a:spcPct val="100000"/>
              </a:lnSpc>
              <a:buFont typeface="Arial" panose="020B0604020202020204" pitchFamily="34" charset="0"/>
              <a:buNone/>
            </a:pPr>
            <a:endParaRPr lang="nl-NL" sz="1000" i="0" u="none"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00" i="0" u="none" baseline="0" noProof="1">
                <a:solidFill>
                  <a:schemeClr val="tx1"/>
                </a:solidFill>
                <a:latin typeface="+mn-lt"/>
                <a:cs typeface="Arial" panose="020B0604020202020204" pitchFamily="34" charset="0"/>
              </a:rPr>
              <a:t>Je kunt meerdere ‘sprongen’ tegelijk voor- of achteruit maken als je b.v. van niveau 1 naar niveau 4 wilt gaan. Je drukt dan aan het begin van een regel meerdere keren op </a:t>
            </a:r>
            <a:r>
              <a:rPr lang="nl-NL" sz="1000" b="1" i="0" u="none" baseline="0" noProof="1">
                <a:solidFill>
                  <a:schemeClr val="tx1"/>
                </a:solidFill>
                <a:latin typeface="+mn-lt"/>
                <a:cs typeface="Arial" panose="020B0604020202020204" pitchFamily="34" charset="0"/>
              </a:rPr>
              <a:t>[Tab]</a:t>
            </a:r>
            <a:r>
              <a:rPr lang="nl-NL" sz="1000" i="0" u="none" baseline="0" noProof="1">
                <a:solidFill>
                  <a:schemeClr val="tx1"/>
                </a:solidFill>
                <a:latin typeface="+mn-lt"/>
                <a:cs typeface="Arial" panose="020B0604020202020204" pitchFamily="34" charset="0"/>
              </a:rPr>
              <a:t> of </a:t>
            </a:r>
            <a:r>
              <a:rPr lang="nl-NL" sz="1000" b="1" i="0" u="none" baseline="0" noProof="1">
                <a:solidFill>
                  <a:schemeClr val="tx1"/>
                </a:solidFill>
                <a:latin typeface="+mn-lt"/>
                <a:cs typeface="Arial" panose="020B0604020202020204" pitchFamily="34" charset="0"/>
              </a:rPr>
              <a:t>[Shift]+[Tab].</a:t>
            </a:r>
          </a:p>
        </p:txBody>
      </p:sp>
      <p:sp>
        <p:nvSpPr>
          <p:cNvPr id="4" name="Titel 3">
            <a:extLst>
              <a:ext uri="{FF2B5EF4-FFF2-40B4-BE49-F238E27FC236}">
                <a16:creationId xmlns:a16="http://schemas.microsoft.com/office/drawing/2014/main" id="{A635C0F4-5237-4F1A-B811-55FEE922453D}"/>
              </a:ext>
            </a:extLst>
          </p:cNvPr>
          <p:cNvSpPr>
            <a:spLocks noGrp="1"/>
          </p:cNvSpPr>
          <p:nvPr>
            <p:ph type="title"/>
          </p:nvPr>
        </p:nvSpPr>
        <p:spPr/>
        <p:txBody>
          <a:bodyPr/>
          <a:lstStyle/>
          <a:p>
            <a:r>
              <a:rPr lang="en-US"/>
              <a:t>Click to edit Master title style</a:t>
            </a:r>
            <a:endParaRPr lang="nl-NL" dirty="0"/>
          </a:p>
        </p:txBody>
      </p:sp>
      <p:sp>
        <p:nvSpPr>
          <p:cNvPr id="5" name="Tijdelijke aanduiding voor tekst 4">
            <a:extLst>
              <a:ext uri="{FF2B5EF4-FFF2-40B4-BE49-F238E27FC236}">
                <a16:creationId xmlns:a16="http://schemas.microsoft.com/office/drawing/2014/main" id="{64C97EC5-E070-465A-AFF6-979AE75863DD}"/>
              </a:ext>
            </a:extLst>
          </p:cNvPr>
          <p:cNvSpPr>
            <a:spLocks noGrp="1"/>
          </p:cNvSpPr>
          <p:nvPr>
            <p:ph type="body" sz="quarter" idx="10"/>
          </p:nvPr>
        </p:nvSpPr>
        <p:spPr>
          <a:xfrm>
            <a:off x="1296000" y="2016000"/>
            <a:ext cx="9864000" cy="41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Rechthoek 5">
            <a:extLst>
              <a:ext uri="{FF2B5EF4-FFF2-40B4-BE49-F238E27FC236}">
                <a16:creationId xmlns:a16="http://schemas.microsoft.com/office/drawing/2014/main" id="{F9A8806D-DC6A-4097-B437-37410FFC11B7}"/>
              </a:ext>
            </a:extLst>
          </p:cNvPr>
          <p:cNvSpPr/>
          <p:nvPr userDrawn="1"/>
        </p:nvSpPr>
        <p:spPr>
          <a:xfrm>
            <a:off x="11400000" y="6066000"/>
            <a:ext cx="792000" cy="79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Rechthoekige driehoek 8">
            <a:extLst>
              <a:ext uri="{FF2B5EF4-FFF2-40B4-BE49-F238E27FC236}">
                <a16:creationId xmlns:a16="http://schemas.microsoft.com/office/drawing/2014/main" id="{78D48DBC-5B26-413F-A3E8-6F3FE44EA963}"/>
              </a:ext>
            </a:extLst>
          </p:cNvPr>
          <p:cNvSpPr/>
          <p:nvPr userDrawn="1"/>
        </p:nvSpPr>
        <p:spPr>
          <a:xfrm rot="16200000">
            <a:off x="0" y="6066000"/>
            <a:ext cx="792000" cy="7920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2" name="Afbeelding 1">
            <a:extLst>
              <a:ext uri="{FF2B5EF4-FFF2-40B4-BE49-F238E27FC236}">
                <a16:creationId xmlns:a16="http://schemas.microsoft.com/office/drawing/2014/main" id="{AB1DF3A1-5262-49FE-9270-4B82F9B65121}"/>
              </a:ext>
            </a:extLst>
          </p:cNvPr>
          <p:cNvPicPr>
            <a:picLocks noChangeAspect="1"/>
          </p:cNvPicPr>
          <p:nvPr userDrawn="1"/>
        </p:nvPicPr>
        <p:blipFill rotWithShape="1">
          <a:blip r:embed="rId2"/>
          <a:srcRect l="25766" t="7174" b="9213"/>
          <a:stretch/>
        </p:blipFill>
        <p:spPr>
          <a:xfrm>
            <a:off x="11400000" y="719999"/>
            <a:ext cx="792000" cy="2298971"/>
          </a:xfrm>
          <a:prstGeom prst="rect">
            <a:avLst/>
          </a:prstGeom>
        </p:spPr>
      </p:pic>
    </p:spTree>
    <p:extLst>
      <p:ext uri="{BB962C8B-B14F-4D97-AF65-F5344CB8AC3E}">
        <p14:creationId xmlns:p14="http://schemas.microsoft.com/office/powerpoint/2010/main" val="2720762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oud van twee">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A4ED5F24-06BD-462B-BA0F-255F2F811124}"/>
              </a:ext>
            </a:extLst>
          </p:cNvPr>
          <p:cNvSpPr>
            <a:spLocks noGrp="1"/>
          </p:cNvSpPr>
          <p:nvPr>
            <p:ph sz="half" idx="1"/>
          </p:nvPr>
        </p:nvSpPr>
        <p:spPr>
          <a:xfrm>
            <a:off x="1296000" y="2016000"/>
            <a:ext cx="4752000" cy="41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4" name="Tijdelijke aanduiding voor inhoud 3">
            <a:extLst>
              <a:ext uri="{FF2B5EF4-FFF2-40B4-BE49-F238E27FC236}">
                <a16:creationId xmlns:a16="http://schemas.microsoft.com/office/drawing/2014/main" id="{4D9AC1BE-8B1E-470A-A65A-4D969FAD102E}"/>
              </a:ext>
            </a:extLst>
          </p:cNvPr>
          <p:cNvSpPr>
            <a:spLocks noGrp="1"/>
          </p:cNvSpPr>
          <p:nvPr>
            <p:ph sz="half" idx="2"/>
          </p:nvPr>
        </p:nvSpPr>
        <p:spPr>
          <a:xfrm>
            <a:off x="6408000" y="2016000"/>
            <a:ext cx="4752000" cy="41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2" name="Titel 1">
            <a:extLst>
              <a:ext uri="{FF2B5EF4-FFF2-40B4-BE49-F238E27FC236}">
                <a16:creationId xmlns:a16="http://schemas.microsoft.com/office/drawing/2014/main" id="{955B43CF-2B78-4B0E-B67D-E748CB02A0F9}"/>
              </a:ext>
            </a:extLst>
          </p:cNvPr>
          <p:cNvSpPr>
            <a:spLocks noGrp="1"/>
          </p:cNvSpPr>
          <p:nvPr>
            <p:ph type="title"/>
          </p:nvPr>
        </p:nvSpPr>
        <p:spPr/>
        <p:txBody>
          <a:bodyPr/>
          <a:lstStyle/>
          <a:p>
            <a:r>
              <a:rPr lang="en-US"/>
              <a:t>Click to edit Master title style</a:t>
            </a:r>
            <a:endParaRPr lang="nl-NL"/>
          </a:p>
        </p:txBody>
      </p:sp>
      <p:sp>
        <p:nvSpPr>
          <p:cNvPr id="6" name="Toelichting 2">
            <a:extLst>
              <a:ext uri="{FF2B5EF4-FFF2-40B4-BE49-F238E27FC236}">
                <a16:creationId xmlns:a16="http://schemas.microsoft.com/office/drawing/2014/main" id="{9ECE23F0-8627-4716-9A95-9334C2FD8F75}"/>
              </a:ext>
            </a:extLst>
          </p:cNvPr>
          <p:cNvSpPr txBox="1"/>
          <p:nvPr userDrawn="1"/>
        </p:nvSpPr>
        <p:spPr>
          <a:xfrm>
            <a:off x="-2105892" y="1897500"/>
            <a:ext cx="1979503" cy="4154984"/>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Tekst opmaken</a:t>
            </a:r>
            <a:endParaRPr lang="nl-NL" sz="1000" baseline="0" noProof="1">
              <a:solidFill>
                <a:schemeClr val="accent2"/>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In tekstkaders zijn negen opmaakstijlen ingesteld:</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streepje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pijltje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blokje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‘tilde’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Platte tekst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Tussenkopje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nummers</a:t>
            </a: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Je kiest een stijl door </a:t>
            </a:r>
            <a:r>
              <a:rPr lang="nl-NL" sz="1000" i="1" baseline="0" noProof="1">
                <a:solidFill>
                  <a:schemeClr val="tx1"/>
                </a:solidFill>
                <a:latin typeface="+mn-lt"/>
                <a:cs typeface="Arial" panose="020B0604020202020204" pitchFamily="34" charset="0"/>
              </a:rPr>
              <a:t>aan het begin van een regel </a:t>
            </a:r>
            <a:r>
              <a:rPr lang="nl-NL" sz="1000" baseline="0" noProof="1">
                <a:solidFill>
                  <a:schemeClr val="tx1"/>
                </a:solidFill>
                <a:latin typeface="+mn-lt"/>
                <a:cs typeface="Arial" panose="020B0604020202020204" pitchFamily="34" charset="0"/>
              </a:rPr>
              <a:t>op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of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te drukken:</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volgende</a:t>
            </a:r>
            <a:r>
              <a:rPr lang="nl-NL" sz="1000" baseline="0" noProof="1">
                <a:solidFill>
                  <a:schemeClr val="tx1"/>
                </a:solidFill>
                <a:latin typeface="+mn-lt"/>
                <a:cs typeface="Arial" panose="020B0604020202020204" pitchFamily="34" charset="0"/>
              </a:rPr>
              <a:t> tekststijl.</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vorige</a:t>
            </a:r>
            <a:r>
              <a:rPr lang="nl-NL" sz="1000" i="0" u="none" baseline="0" noProof="1">
                <a:solidFill>
                  <a:schemeClr val="tx1"/>
                </a:solidFill>
                <a:latin typeface="+mn-lt"/>
                <a:cs typeface="Arial" panose="020B0604020202020204" pitchFamily="34" charset="0"/>
              </a:rPr>
              <a:t> tekststijl</a:t>
            </a:r>
          </a:p>
          <a:p>
            <a:pPr marL="0" indent="0">
              <a:lnSpc>
                <a:spcPct val="100000"/>
              </a:lnSpc>
              <a:buFont typeface="Arial" panose="020B0604020202020204" pitchFamily="34" charset="0"/>
              <a:buNone/>
            </a:pPr>
            <a:endParaRPr lang="nl-NL" sz="1000" i="0" u="none"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00" i="0" u="none" baseline="0" noProof="1">
                <a:solidFill>
                  <a:schemeClr val="tx1"/>
                </a:solidFill>
                <a:latin typeface="+mn-lt"/>
                <a:cs typeface="Arial" panose="020B0604020202020204" pitchFamily="34" charset="0"/>
              </a:rPr>
              <a:t>Je kunt meerdere ‘sprongen’ tegelijk voor- of achteruit maken als je b.v. van niveau 1 naar niveau 4 wilt gaan. Je drukt dan aan het begin van een regel meerdere keren op </a:t>
            </a:r>
            <a:r>
              <a:rPr lang="nl-NL" sz="1000" b="1" i="0" u="none" baseline="0" noProof="1">
                <a:solidFill>
                  <a:schemeClr val="tx1"/>
                </a:solidFill>
                <a:latin typeface="+mn-lt"/>
                <a:cs typeface="Arial" panose="020B0604020202020204" pitchFamily="34" charset="0"/>
              </a:rPr>
              <a:t>[Tab]</a:t>
            </a:r>
            <a:r>
              <a:rPr lang="nl-NL" sz="1000" i="0" u="none" baseline="0" noProof="1">
                <a:solidFill>
                  <a:schemeClr val="tx1"/>
                </a:solidFill>
                <a:latin typeface="+mn-lt"/>
                <a:cs typeface="Arial" panose="020B0604020202020204" pitchFamily="34" charset="0"/>
              </a:rPr>
              <a:t> of </a:t>
            </a:r>
            <a:r>
              <a:rPr lang="nl-NL" sz="1000" b="1" i="0" u="none" baseline="0" noProof="1">
                <a:solidFill>
                  <a:schemeClr val="tx1"/>
                </a:solidFill>
                <a:latin typeface="+mn-lt"/>
                <a:cs typeface="Arial" panose="020B0604020202020204" pitchFamily="34" charset="0"/>
              </a:rPr>
              <a:t>[Shift]+[Tab].</a:t>
            </a:r>
          </a:p>
        </p:txBody>
      </p:sp>
    </p:spTree>
    <p:extLst>
      <p:ext uri="{BB962C8B-B14F-4D97-AF65-F5344CB8AC3E}">
        <p14:creationId xmlns:p14="http://schemas.microsoft.com/office/powerpoint/2010/main" val="2431374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oud van twee met ondertitel">
    <p:spTree>
      <p:nvGrpSpPr>
        <p:cNvPr id="1" name=""/>
        <p:cNvGrpSpPr/>
        <p:nvPr/>
      </p:nvGrpSpPr>
      <p:grpSpPr>
        <a:xfrm>
          <a:off x="0" y="0"/>
          <a:ext cx="0" cy="0"/>
          <a:chOff x="0" y="0"/>
          <a:chExt cx="0" cy="0"/>
        </a:xfrm>
      </p:grpSpPr>
      <p:sp>
        <p:nvSpPr>
          <p:cNvPr id="5" name="Tijdelijke aanduiding voor tekst 4">
            <a:extLst>
              <a:ext uri="{FF2B5EF4-FFF2-40B4-BE49-F238E27FC236}">
                <a16:creationId xmlns:a16="http://schemas.microsoft.com/office/drawing/2014/main" id="{6390A494-4717-4029-B60D-381CEB1DF1E5}"/>
              </a:ext>
            </a:extLst>
          </p:cNvPr>
          <p:cNvSpPr>
            <a:spLocks noGrp="1"/>
          </p:cNvSpPr>
          <p:nvPr>
            <p:ph type="body" sz="quarter" idx="10" hasCustomPrompt="1"/>
          </p:nvPr>
        </p:nvSpPr>
        <p:spPr>
          <a:xfrm>
            <a:off x="1295999" y="2016000"/>
            <a:ext cx="9864000" cy="590550"/>
          </a:xfrm>
        </p:spPr>
        <p:txBody>
          <a:bodyPr>
            <a:noAutofit/>
          </a:bodyPr>
          <a:lstStyle>
            <a:lvl1pPr marL="0" indent="0">
              <a:buNone/>
              <a:defRPr/>
            </a:lvl1pPr>
          </a:lstStyle>
          <a:p>
            <a:pPr lvl="0"/>
            <a:r>
              <a:rPr lang="nl-NL" dirty="0"/>
              <a:t>[ondertitel]</a:t>
            </a:r>
          </a:p>
        </p:txBody>
      </p:sp>
      <p:sp>
        <p:nvSpPr>
          <p:cNvPr id="10" name="Tijdelijke aanduiding voor inhoud 2">
            <a:extLst>
              <a:ext uri="{FF2B5EF4-FFF2-40B4-BE49-F238E27FC236}">
                <a16:creationId xmlns:a16="http://schemas.microsoft.com/office/drawing/2014/main" id="{78713771-FD45-4006-8385-08CF79251655}"/>
              </a:ext>
            </a:extLst>
          </p:cNvPr>
          <p:cNvSpPr>
            <a:spLocks noGrp="1"/>
          </p:cNvSpPr>
          <p:nvPr>
            <p:ph sz="half" idx="1"/>
          </p:nvPr>
        </p:nvSpPr>
        <p:spPr>
          <a:xfrm>
            <a:off x="1296000" y="2613439"/>
            <a:ext cx="4752000" cy="3552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11" name="Tijdelijke aanduiding voor inhoud 3">
            <a:extLst>
              <a:ext uri="{FF2B5EF4-FFF2-40B4-BE49-F238E27FC236}">
                <a16:creationId xmlns:a16="http://schemas.microsoft.com/office/drawing/2014/main" id="{0FD2E632-CCBA-4A49-B173-C6E074472DBD}"/>
              </a:ext>
            </a:extLst>
          </p:cNvPr>
          <p:cNvSpPr>
            <a:spLocks noGrp="1"/>
          </p:cNvSpPr>
          <p:nvPr>
            <p:ph sz="half" idx="2"/>
          </p:nvPr>
        </p:nvSpPr>
        <p:spPr>
          <a:xfrm>
            <a:off x="6408000" y="2613439"/>
            <a:ext cx="4752000" cy="3552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2" name="Titel 1">
            <a:extLst>
              <a:ext uri="{FF2B5EF4-FFF2-40B4-BE49-F238E27FC236}">
                <a16:creationId xmlns:a16="http://schemas.microsoft.com/office/drawing/2014/main" id="{CC2FAE7D-E99E-42B0-A84F-B037C244792B}"/>
              </a:ext>
            </a:extLst>
          </p:cNvPr>
          <p:cNvSpPr>
            <a:spLocks noGrp="1"/>
          </p:cNvSpPr>
          <p:nvPr>
            <p:ph type="title"/>
          </p:nvPr>
        </p:nvSpPr>
        <p:spPr/>
        <p:txBody>
          <a:bodyPr/>
          <a:lstStyle/>
          <a:p>
            <a:r>
              <a:rPr lang="en-US"/>
              <a:t>Click to edit Master title style</a:t>
            </a:r>
            <a:endParaRPr lang="nl-NL" dirty="0"/>
          </a:p>
        </p:txBody>
      </p:sp>
      <p:sp>
        <p:nvSpPr>
          <p:cNvPr id="7" name="Toelichting 2">
            <a:extLst>
              <a:ext uri="{FF2B5EF4-FFF2-40B4-BE49-F238E27FC236}">
                <a16:creationId xmlns:a16="http://schemas.microsoft.com/office/drawing/2014/main" id="{149F7343-3255-4669-BB27-E19C7C251BBF}"/>
              </a:ext>
            </a:extLst>
          </p:cNvPr>
          <p:cNvSpPr txBox="1"/>
          <p:nvPr userDrawn="1"/>
        </p:nvSpPr>
        <p:spPr>
          <a:xfrm>
            <a:off x="-2105892" y="1897500"/>
            <a:ext cx="1979503" cy="4154984"/>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Tekst opmaken</a:t>
            </a:r>
            <a:endParaRPr lang="nl-NL" sz="1000" baseline="0" noProof="1">
              <a:solidFill>
                <a:schemeClr val="accent2"/>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In tekstkaders zijn negen opmaakstijlen ingesteld:</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streepje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pijltje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blokje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‘tilde’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Platte tekst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Tussenkopje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nummers</a:t>
            </a: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Je kiest een stijl door </a:t>
            </a:r>
            <a:r>
              <a:rPr lang="nl-NL" sz="1000" i="1" baseline="0" noProof="1">
                <a:solidFill>
                  <a:schemeClr val="tx1"/>
                </a:solidFill>
                <a:latin typeface="+mn-lt"/>
                <a:cs typeface="Arial" panose="020B0604020202020204" pitchFamily="34" charset="0"/>
              </a:rPr>
              <a:t>aan het begin van een regel </a:t>
            </a:r>
            <a:r>
              <a:rPr lang="nl-NL" sz="1000" baseline="0" noProof="1">
                <a:solidFill>
                  <a:schemeClr val="tx1"/>
                </a:solidFill>
                <a:latin typeface="+mn-lt"/>
                <a:cs typeface="Arial" panose="020B0604020202020204" pitchFamily="34" charset="0"/>
              </a:rPr>
              <a:t>op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of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te drukken:</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volgende</a:t>
            </a:r>
            <a:r>
              <a:rPr lang="nl-NL" sz="1000" baseline="0" noProof="1">
                <a:solidFill>
                  <a:schemeClr val="tx1"/>
                </a:solidFill>
                <a:latin typeface="+mn-lt"/>
                <a:cs typeface="Arial" panose="020B0604020202020204" pitchFamily="34" charset="0"/>
              </a:rPr>
              <a:t> tekststijl.</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vorige</a:t>
            </a:r>
            <a:r>
              <a:rPr lang="nl-NL" sz="1000" i="0" u="none" baseline="0" noProof="1">
                <a:solidFill>
                  <a:schemeClr val="tx1"/>
                </a:solidFill>
                <a:latin typeface="+mn-lt"/>
                <a:cs typeface="Arial" panose="020B0604020202020204" pitchFamily="34" charset="0"/>
              </a:rPr>
              <a:t> tekststijl</a:t>
            </a:r>
          </a:p>
          <a:p>
            <a:pPr marL="0" indent="0">
              <a:lnSpc>
                <a:spcPct val="100000"/>
              </a:lnSpc>
              <a:buFont typeface="Arial" panose="020B0604020202020204" pitchFamily="34" charset="0"/>
              <a:buNone/>
            </a:pPr>
            <a:endParaRPr lang="nl-NL" sz="1000" i="0" u="none"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00" i="0" u="none" baseline="0" noProof="1">
                <a:solidFill>
                  <a:schemeClr val="tx1"/>
                </a:solidFill>
                <a:latin typeface="+mn-lt"/>
                <a:cs typeface="Arial" panose="020B0604020202020204" pitchFamily="34" charset="0"/>
              </a:rPr>
              <a:t>Je kunt meerdere ‘sprongen’ tegelijk voor- of achteruit maken als je b.v. van niveau 1 naar niveau 4 wilt gaan. Je drukt dan aan het begin van een regel meerdere keren op </a:t>
            </a:r>
            <a:r>
              <a:rPr lang="nl-NL" sz="1000" b="1" i="0" u="none" baseline="0" noProof="1">
                <a:solidFill>
                  <a:schemeClr val="tx1"/>
                </a:solidFill>
                <a:latin typeface="+mn-lt"/>
                <a:cs typeface="Arial" panose="020B0604020202020204" pitchFamily="34" charset="0"/>
              </a:rPr>
              <a:t>[Tab]</a:t>
            </a:r>
            <a:r>
              <a:rPr lang="nl-NL" sz="1000" i="0" u="none" baseline="0" noProof="1">
                <a:solidFill>
                  <a:schemeClr val="tx1"/>
                </a:solidFill>
                <a:latin typeface="+mn-lt"/>
                <a:cs typeface="Arial" panose="020B0604020202020204" pitchFamily="34" charset="0"/>
              </a:rPr>
              <a:t> of </a:t>
            </a:r>
            <a:r>
              <a:rPr lang="nl-NL" sz="1000" b="1" i="0" u="none" baseline="0" noProof="1">
                <a:solidFill>
                  <a:schemeClr val="tx1"/>
                </a:solidFill>
                <a:latin typeface="+mn-lt"/>
                <a:cs typeface="Arial" panose="020B0604020202020204" pitchFamily="34" charset="0"/>
              </a:rPr>
              <a:t>[Shift]+[Tab].</a:t>
            </a:r>
          </a:p>
        </p:txBody>
      </p:sp>
      <p:sp>
        <p:nvSpPr>
          <p:cNvPr id="8" name="Rechthoek 7">
            <a:extLst>
              <a:ext uri="{FF2B5EF4-FFF2-40B4-BE49-F238E27FC236}">
                <a16:creationId xmlns:a16="http://schemas.microsoft.com/office/drawing/2014/main" id="{410999A3-CC12-4256-8358-55235AB7EC4C}"/>
              </a:ext>
            </a:extLst>
          </p:cNvPr>
          <p:cNvSpPr/>
          <p:nvPr userDrawn="1"/>
        </p:nvSpPr>
        <p:spPr>
          <a:xfrm>
            <a:off x="11400000" y="6066000"/>
            <a:ext cx="792000" cy="79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3" name="Afbeelding 2">
            <a:extLst>
              <a:ext uri="{FF2B5EF4-FFF2-40B4-BE49-F238E27FC236}">
                <a16:creationId xmlns:a16="http://schemas.microsoft.com/office/drawing/2014/main" id="{AEBFD891-2548-42D0-AE0F-1CF58D53C1BF}"/>
              </a:ext>
            </a:extLst>
          </p:cNvPr>
          <p:cNvPicPr>
            <a:picLocks noChangeAspect="1"/>
          </p:cNvPicPr>
          <p:nvPr userDrawn="1"/>
        </p:nvPicPr>
        <p:blipFill rotWithShape="1">
          <a:blip r:embed="rId2"/>
          <a:srcRect r="39715" b="40737"/>
          <a:stretch/>
        </p:blipFill>
        <p:spPr>
          <a:xfrm>
            <a:off x="0" y="0"/>
            <a:ext cx="856343" cy="841829"/>
          </a:xfrm>
          <a:prstGeom prst="rect">
            <a:avLst/>
          </a:prstGeom>
        </p:spPr>
      </p:pic>
    </p:spTree>
    <p:extLst>
      <p:ext uri="{BB962C8B-B14F-4D97-AF65-F5344CB8AC3E}">
        <p14:creationId xmlns:p14="http://schemas.microsoft.com/office/powerpoint/2010/main" val="38512799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oto + tekst">
    <p:spTree>
      <p:nvGrpSpPr>
        <p:cNvPr id="1" name=""/>
        <p:cNvGrpSpPr/>
        <p:nvPr/>
      </p:nvGrpSpPr>
      <p:grpSpPr>
        <a:xfrm>
          <a:off x="0" y="0"/>
          <a:ext cx="0" cy="0"/>
          <a:chOff x="0" y="0"/>
          <a:chExt cx="0" cy="0"/>
        </a:xfrm>
      </p:grpSpPr>
      <p:sp>
        <p:nvSpPr>
          <p:cNvPr id="5" name="Tijdelijke aanduiding voor afbeelding 4">
            <a:extLst>
              <a:ext uri="{FF2B5EF4-FFF2-40B4-BE49-F238E27FC236}">
                <a16:creationId xmlns:a16="http://schemas.microsoft.com/office/drawing/2014/main" id="{708FCB36-775D-40C0-B0F3-86CA1A9D7176}"/>
              </a:ext>
            </a:extLst>
          </p:cNvPr>
          <p:cNvSpPr>
            <a:spLocks noGrp="1"/>
          </p:cNvSpPr>
          <p:nvPr>
            <p:ph type="pic" sz="quarter" idx="10"/>
          </p:nvPr>
        </p:nvSpPr>
        <p:spPr>
          <a:xfrm>
            <a:off x="1296000" y="2016000"/>
            <a:ext cx="4752000" cy="4140000"/>
          </a:xfrm>
          <a:solidFill>
            <a:srgbClr val="DDDDDD"/>
          </a:solidFill>
        </p:spPr>
        <p:txBody>
          <a:bodyPr/>
          <a:lstStyle>
            <a:lvl1pPr marL="0" indent="0">
              <a:buNone/>
              <a:defRPr/>
            </a:lvl1pPr>
          </a:lstStyle>
          <a:p>
            <a:r>
              <a:rPr lang="en-US"/>
              <a:t>Click icon to add picture</a:t>
            </a:r>
            <a:endParaRPr lang="nl-NL" dirty="0"/>
          </a:p>
        </p:txBody>
      </p:sp>
      <p:sp>
        <p:nvSpPr>
          <p:cNvPr id="7" name="Tijdelijke aanduiding voor tekst 6">
            <a:extLst>
              <a:ext uri="{FF2B5EF4-FFF2-40B4-BE49-F238E27FC236}">
                <a16:creationId xmlns:a16="http://schemas.microsoft.com/office/drawing/2014/main" id="{88E88A05-67F9-47A7-960E-586CE611C3FE}"/>
              </a:ext>
            </a:extLst>
          </p:cNvPr>
          <p:cNvSpPr>
            <a:spLocks noGrp="1"/>
          </p:cNvSpPr>
          <p:nvPr>
            <p:ph type="body" sz="quarter" idx="11"/>
          </p:nvPr>
        </p:nvSpPr>
        <p:spPr>
          <a:xfrm>
            <a:off x="6408000" y="2016000"/>
            <a:ext cx="4752000" cy="41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2" name="Titel 1">
            <a:extLst>
              <a:ext uri="{FF2B5EF4-FFF2-40B4-BE49-F238E27FC236}">
                <a16:creationId xmlns:a16="http://schemas.microsoft.com/office/drawing/2014/main" id="{5202DE95-ADC6-47B0-AEFA-B8503F519EDA}"/>
              </a:ext>
            </a:extLst>
          </p:cNvPr>
          <p:cNvSpPr>
            <a:spLocks noGrp="1"/>
          </p:cNvSpPr>
          <p:nvPr>
            <p:ph type="title"/>
          </p:nvPr>
        </p:nvSpPr>
        <p:spPr/>
        <p:txBody>
          <a:bodyPr/>
          <a:lstStyle/>
          <a:p>
            <a:r>
              <a:rPr lang="en-US"/>
              <a:t>Click to edit Master title style</a:t>
            </a:r>
            <a:endParaRPr lang="nl-NL"/>
          </a:p>
        </p:txBody>
      </p:sp>
      <p:sp>
        <p:nvSpPr>
          <p:cNvPr id="6" name="Toelichting 2">
            <a:extLst>
              <a:ext uri="{FF2B5EF4-FFF2-40B4-BE49-F238E27FC236}">
                <a16:creationId xmlns:a16="http://schemas.microsoft.com/office/drawing/2014/main" id="{22342063-D022-4768-B718-C02E5CFEA66D}"/>
              </a:ext>
            </a:extLst>
          </p:cNvPr>
          <p:cNvSpPr txBox="1"/>
          <p:nvPr userDrawn="1"/>
        </p:nvSpPr>
        <p:spPr>
          <a:xfrm>
            <a:off x="-2105892" y="1897500"/>
            <a:ext cx="1979503" cy="4154984"/>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Tekst opmaken</a:t>
            </a:r>
            <a:endParaRPr lang="nl-NL" sz="1000" baseline="0" noProof="1">
              <a:solidFill>
                <a:schemeClr val="accent2"/>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In tekstkaders zijn negen opmaakstijlen ingesteld:</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streepje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pijltje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blokje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‘tilde’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Platte tekst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Tussenkopje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nummers</a:t>
            </a: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Je kiest een stijl door </a:t>
            </a:r>
            <a:r>
              <a:rPr lang="nl-NL" sz="1000" i="1" baseline="0" noProof="1">
                <a:solidFill>
                  <a:schemeClr val="tx1"/>
                </a:solidFill>
                <a:latin typeface="+mn-lt"/>
                <a:cs typeface="Arial" panose="020B0604020202020204" pitchFamily="34" charset="0"/>
              </a:rPr>
              <a:t>aan het begin van een regel </a:t>
            </a:r>
            <a:r>
              <a:rPr lang="nl-NL" sz="1000" baseline="0" noProof="1">
                <a:solidFill>
                  <a:schemeClr val="tx1"/>
                </a:solidFill>
                <a:latin typeface="+mn-lt"/>
                <a:cs typeface="Arial" panose="020B0604020202020204" pitchFamily="34" charset="0"/>
              </a:rPr>
              <a:t>op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of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te drukken:</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volgende</a:t>
            </a:r>
            <a:r>
              <a:rPr lang="nl-NL" sz="1000" baseline="0" noProof="1">
                <a:solidFill>
                  <a:schemeClr val="tx1"/>
                </a:solidFill>
                <a:latin typeface="+mn-lt"/>
                <a:cs typeface="Arial" panose="020B0604020202020204" pitchFamily="34" charset="0"/>
              </a:rPr>
              <a:t> tekststijl.</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vorige</a:t>
            </a:r>
            <a:r>
              <a:rPr lang="nl-NL" sz="1000" i="0" u="none" baseline="0" noProof="1">
                <a:solidFill>
                  <a:schemeClr val="tx1"/>
                </a:solidFill>
                <a:latin typeface="+mn-lt"/>
                <a:cs typeface="Arial" panose="020B0604020202020204" pitchFamily="34" charset="0"/>
              </a:rPr>
              <a:t> tekststijl</a:t>
            </a:r>
          </a:p>
          <a:p>
            <a:pPr marL="0" indent="0">
              <a:lnSpc>
                <a:spcPct val="100000"/>
              </a:lnSpc>
              <a:buFont typeface="Arial" panose="020B0604020202020204" pitchFamily="34" charset="0"/>
              <a:buNone/>
            </a:pPr>
            <a:endParaRPr lang="nl-NL" sz="1000" i="0" u="none"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00" i="0" u="none" baseline="0" noProof="1">
                <a:solidFill>
                  <a:schemeClr val="tx1"/>
                </a:solidFill>
                <a:latin typeface="+mn-lt"/>
                <a:cs typeface="Arial" panose="020B0604020202020204" pitchFamily="34" charset="0"/>
              </a:rPr>
              <a:t>Je kunt meerdere ‘sprongen’ tegelijk voor- of achteruit maken als je b.v. van niveau 1 naar niveau 4 wilt gaan. Je drukt dan aan het begin van een regel meerdere keren op </a:t>
            </a:r>
            <a:r>
              <a:rPr lang="nl-NL" sz="1000" b="1" i="0" u="none" baseline="0" noProof="1">
                <a:solidFill>
                  <a:schemeClr val="tx1"/>
                </a:solidFill>
                <a:latin typeface="+mn-lt"/>
                <a:cs typeface="Arial" panose="020B0604020202020204" pitchFamily="34" charset="0"/>
              </a:rPr>
              <a:t>[Tab]</a:t>
            </a:r>
            <a:r>
              <a:rPr lang="nl-NL" sz="1000" i="0" u="none" baseline="0" noProof="1">
                <a:solidFill>
                  <a:schemeClr val="tx1"/>
                </a:solidFill>
                <a:latin typeface="+mn-lt"/>
                <a:cs typeface="Arial" panose="020B0604020202020204" pitchFamily="34" charset="0"/>
              </a:rPr>
              <a:t> of </a:t>
            </a:r>
            <a:r>
              <a:rPr lang="nl-NL" sz="1000" b="1" i="0" u="none" baseline="0" noProof="1">
                <a:solidFill>
                  <a:schemeClr val="tx1"/>
                </a:solidFill>
                <a:latin typeface="+mn-lt"/>
                <a:cs typeface="Arial" panose="020B0604020202020204" pitchFamily="34" charset="0"/>
              </a:rPr>
              <a:t>[Shift]+[Tab].</a:t>
            </a:r>
          </a:p>
        </p:txBody>
      </p:sp>
      <p:sp>
        <p:nvSpPr>
          <p:cNvPr id="10" name="Rechthoek 9">
            <a:extLst>
              <a:ext uri="{FF2B5EF4-FFF2-40B4-BE49-F238E27FC236}">
                <a16:creationId xmlns:a16="http://schemas.microsoft.com/office/drawing/2014/main" id="{3BF89029-8F84-44A7-B3C8-42E761FBC24F}"/>
              </a:ext>
            </a:extLst>
          </p:cNvPr>
          <p:cNvSpPr/>
          <p:nvPr userDrawn="1"/>
        </p:nvSpPr>
        <p:spPr>
          <a:xfrm>
            <a:off x="11400000" y="6066000"/>
            <a:ext cx="792000" cy="79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3" name="Afbeelding 2">
            <a:extLst>
              <a:ext uri="{FF2B5EF4-FFF2-40B4-BE49-F238E27FC236}">
                <a16:creationId xmlns:a16="http://schemas.microsoft.com/office/drawing/2014/main" id="{E1ECE704-6F3F-4A17-91CB-0E8E08001B1E}"/>
              </a:ext>
            </a:extLst>
          </p:cNvPr>
          <p:cNvPicPr>
            <a:picLocks noChangeAspect="1"/>
          </p:cNvPicPr>
          <p:nvPr userDrawn="1"/>
        </p:nvPicPr>
        <p:blipFill>
          <a:blip r:embed="rId2"/>
          <a:stretch>
            <a:fillRect/>
          </a:stretch>
        </p:blipFill>
        <p:spPr>
          <a:xfrm>
            <a:off x="10424007" y="5163165"/>
            <a:ext cx="1767993" cy="1694835"/>
          </a:xfrm>
          <a:prstGeom prst="rect">
            <a:avLst/>
          </a:prstGeom>
        </p:spPr>
      </p:pic>
    </p:spTree>
    <p:extLst>
      <p:ext uri="{BB962C8B-B14F-4D97-AF65-F5344CB8AC3E}">
        <p14:creationId xmlns:p14="http://schemas.microsoft.com/office/powerpoint/2010/main" val="17567428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kst + foto">
    <p:spTree>
      <p:nvGrpSpPr>
        <p:cNvPr id="1" name=""/>
        <p:cNvGrpSpPr/>
        <p:nvPr/>
      </p:nvGrpSpPr>
      <p:grpSpPr>
        <a:xfrm>
          <a:off x="0" y="0"/>
          <a:ext cx="0" cy="0"/>
          <a:chOff x="0" y="0"/>
          <a:chExt cx="0" cy="0"/>
        </a:xfrm>
      </p:grpSpPr>
      <p:sp>
        <p:nvSpPr>
          <p:cNvPr id="5" name="Tijdelijke aanduiding voor afbeelding 4">
            <a:extLst>
              <a:ext uri="{FF2B5EF4-FFF2-40B4-BE49-F238E27FC236}">
                <a16:creationId xmlns:a16="http://schemas.microsoft.com/office/drawing/2014/main" id="{708FCB36-775D-40C0-B0F3-86CA1A9D7176}"/>
              </a:ext>
            </a:extLst>
          </p:cNvPr>
          <p:cNvSpPr>
            <a:spLocks noGrp="1"/>
          </p:cNvSpPr>
          <p:nvPr>
            <p:ph type="pic" sz="quarter" idx="10"/>
          </p:nvPr>
        </p:nvSpPr>
        <p:spPr>
          <a:xfrm>
            <a:off x="6408000" y="2016000"/>
            <a:ext cx="4752000" cy="4140000"/>
          </a:xfrm>
          <a:solidFill>
            <a:srgbClr val="DDDDDD"/>
          </a:solidFill>
        </p:spPr>
        <p:txBody>
          <a:bodyPr/>
          <a:lstStyle>
            <a:lvl1pPr marL="0" indent="0">
              <a:buNone/>
              <a:defRPr/>
            </a:lvl1pPr>
          </a:lstStyle>
          <a:p>
            <a:r>
              <a:rPr lang="en-US"/>
              <a:t>Click icon to add picture</a:t>
            </a:r>
            <a:endParaRPr lang="nl-NL" dirty="0"/>
          </a:p>
        </p:txBody>
      </p:sp>
      <p:sp>
        <p:nvSpPr>
          <p:cNvPr id="7" name="Tijdelijke aanduiding voor tekst 6">
            <a:extLst>
              <a:ext uri="{FF2B5EF4-FFF2-40B4-BE49-F238E27FC236}">
                <a16:creationId xmlns:a16="http://schemas.microsoft.com/office/drawing/2014/main" id="{88E88A05-67F9-47A7-960E-586CE611C3FE}"/>
              </a:ext>
            </a:extLst>
          </p:cNvPr>
          <p:cNvSpPr>
            <a:spLocks noGrp="1"/>
          </p:cNvSpPr>
          <p:nvPr>
            <p:ph type="body" sz="quarter" idx="11"/>
          </p:nvPr>
        </p:nvSpPr>
        <p:spPr>
          <a:xfrm>
            <a:off x="1296000" y="2016000"/>
            <a:ext cx="4752000" cy="41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2" name="Titel 1">
            <a:extLst>
              <a:ext uri="{FF2B5EF4-FFF2-40B4-BE49-F238E27FC236}">
                <a16:creationId xmlns:a16="http://schemas.microsoft.com/office/drawing/2014/main" id="{738FCF43-34BC-4877-99C4-553FED40A82A}"/>
              </a:ext>
            </a:extLst>
          </p:cNvPr>
          <p:cNvSpPr>
            <a:spLocks noGrp="1"/>
          </p:cNvSpPr>
          <p:nvPr>
            <p:ph type="title"/>
          </p:nvPr>
        </p:nvSpPr>
        <p:spPr>
          <a:xfrm>
            <a:off x="1296000" y="720000"/>
            <a:ext cx="9864000" cy="1296000"/>
          </a:xfrm>
        </p:spPr>
        <p:txBody>
          <a:bodyPr/>
          <a:lstStyle/>
          <a:p>
            <a:r>
              <a:rPr lang="en-US"/>
              <a:t>Click to edit Master title style</a:t>
            </a:r>
            <a:endParaRPr lang="nl-NL" dirty="0"/>
          </a:p>
        </p:txBody>
      </p:sp>
      <p:sp>
        <p:nvSpPr>
          <p:cNvPr id="6" name="Toelichting 2">
            <a:extLst>
              <a:ext uri="{FF2B5EF4-FFF2-40B4-BE49-F238E27FC236}">
                <a16:creationId xmlns:a16="http://schemas.microsoft.com/office/drawing/2014/main" id="{2AE071F3-A4E4-4B65-B53D-260EF67AF5FD}"/>
              </a:ext>
            </a:extLst>
          </p:cNvPr>
          <p:cNvSpPr txBox="1"/>
          <p:nvPr userDrawn="1"/>
        </p:nvSpPr>
        <p:spPr>
          <a:xfrm>
            <a:off x="-2105892" y="1897500"/>
            <a:ext cx="1979503" cy="4154984"/>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Tekst opmaken</a:t>
            </a:r>
            <a:endParaRPr lang="nl-NL" sz="1000" baseline="0" noProof="1">
              <a:solidFill>
                <a:schemeClr val="accent2"/>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In tekstkaders zijn negen opmaakstijlen ingesteld:</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streepje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pijltje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blokje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‘tilde’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Platte tekst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Tussenkopje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nummers</a:t>
            </a: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Je kiest een stijl door </a:t>
            </a:r>
            <a:r>
              <a:rPr lang="nl-NL" sz="1000" i="1" baseline="0" noProof="1">
                <a:solidFill>
                  <a:schemeClr val="tx1"/>
                </a:solidFill>
                <a:latin typeface="+mn-lt"/>
                <a:cs typeface="Arial" panose="020B0604020202020204" pitchFamily="34" charset="0"/>
              </a:rPr>
              <a:t>aan het begin van een regel </a:t>
            </a:r>
            <a:r>
              <a:rPr lang="nl-NL" sz="1000" baseline="0" noProof="1">
                <a:solidFill>
                  <a:schemeClr val="tx1"/>
                </a:solidFill>
                <a:latin typeface="+mn-lt"/>
                <a:cs typeface="Arial" panose="020B0604020202020204" pitchFamily="34" charset="0"/>
              </a:rPr>
              <a:t>op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of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te drukken:</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volgende</a:t>
            </a:r>
            <a:r>
              <a:rPr lang="nl-NL" sz="1000" baseline="0" noProof="1">
                <a:solidFill>
                  <a:schemeClr val="tx1"/>
                </a:solidFill>
                <a:latin typeface="+mn-lt"/>
                <a:cs typeface="Arial" panose="020B0604020202020204" pitchFamily="34" charset="0"/>
              </a:rPr>
              <a:t> tekststijl.</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vorige</a:t>
            </a:r>
            <a:r>
              <a:rPr lang="nl-NL" sz="1000" i="0" u="none" baseline="0" noProof="1">
                <a:solidFill>
                  <a:schemeClr val="tx1"/>
                </a:solidFill>
                <a:latin typeface="+mn-lt"/>
                <a:cs typeface="Arial" panose="020B0604020202020204" pitchFamily="34" charset="0"/>
              </a:rPr>
              <a:t> tekststijl</a:t>
            </a:r>
          </a:p>
          <a:p>
            <a:pPr marL="0" indent="0">
              <a:lnSpc>
                <a:spcPct val="100000"/>
              </a:lnSpc>
              <a:buFont typeface="Arial" panose="020B0604020202020204" pitchFamily="34" charset="0"/>
              <a:buNone/>
            </a:pPr>
            <a:endParaRPr lang="nl-NL" sz="1000" i="0" u="none"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00" i="0" u="none" baseline="0" noProof="1">
                <a:solidFill>
                  <a:schemeClr val="tx1"/>
                </a:solidFill>
                <a:latin typeface="+mn-lt"/>
                <a:cs typeface="Arial" panose="020B0604020202020204" pitchFamily="34" charset="0"/>
              </a:rPr>
              <a:t>Je kunt meerdere ‘sprongen’ tegelijk voor- of achteruit maken als je b.v. van niveau 1 naar niveau 4 wilt gaan. Je drukt dan aan het begin van een regel meerdere keren op </a:t>
            </a:r>
            <a:r>
              <a:rPr lang="nl-NL" sz="1000" b="1" i="0" u="none" baseline="0" noProof="1">
                <a:solidFill>
                  <a:schemeClr val="tx1"/>
                </a:solidFill>
                <a:latin typeface="+mn-lt"/>
                <a:cs typeface="Arial" panose="020B0604020202020204" pitchFamily="34" charset="0"/>
              </a:rPr>
              <a:t>[Tab]</a:t>
            </a:r>
            <a:r>
              <a:rPr lang="nl-NL" sz="1000" i="0" u="none" baseline="0" noProof="1">
                <a:solidFill>
                  <a:schemeClr val="tx1"/>
                </a:solidFill>
                <a:latin typeface="+mn-lt"/>
                <a:cs typeface="Arial" panose="020B0604020202020204" pitchFamily="34" charset="0"/>
              </a:rPr>
              <a:t> of </a:t>
            </a:r>
            <a:r>
              <a:rPr lang="nl-NL" sz="1000" b="1" i="0" u="none" baseline="0" noProof="1">
                <a:solidFill>
                  <a:schemeClr val="tx1"/>
                </a:solidFill>
                <a:latin typeface="+mn-lt"/>
                <a:cs typeface="Arial" panose="020B0604020202020204" pitchFamily="34" charset="0"/>
              </a:rPr>
              <a:t>[Shift]+[Tab].</a:t>
            </a:r>
          </a:p>
        </p:txBody>
      </p:sp>
    </p:spTree>
    <p:extLst>
      <p:ext uri="{BB962C8B-B14F-4D97-AF65-F5344CB8AC3E}">
        <p14:creationId xmlns:p14="http://schemas.microsoft.com/office/powerpoint/2010/main" val="3197731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x afbeelding">
    <p:spTree>
      <p:nvGrpSpPr>
        <p:cNvPr id="1" name=""/>
        <p:cNvGrpSpPr/>
        <p:nvPr/>
      </p:nvGrpSpPr>
      <p:grpSpPr>
        <a:xfrm>
          <a:off x="0" y="0"/>
          <a:ext cx="0" cy="0"/>
          <a:chOff x="0" y="0"/>
          <a:chExt cx="0" cy="0"/>
        </a:xfrm>
      </p:grpSpPr>
      <p:sp>
        <p:nvSpPr>
          <p:cNvPr id="10" name="Tijdelijke aanduiding voor afbeelding 7"/>
          <p:cNvSpPr>
            <a:spLocks noGrp="1"/>
          </p:cNvSpPr>
          <p:nvPr>
            <p:ph type="pic" sz="quarter" idx="10" hasCustomPrompt="1"/>
          </p:nvPr>
        </p:nvSpPr>
        <p:spPr>
          <a:xfrm>
            <a:off x="792000" y="2570365"/>
            <a:ext cx="3240000" cy="2726807"/>
          </a:xfrm>
          <a:prstGeom prst="rect">
            <a:avLst/>
          </a:prstGeom>
          <a:solidFill>
            <a:schemeClr val="bg1">
              <a:lumMod val="85000"/>
            </a:schemeClr>
          </a:solidFill>
        </p:spPr>
        <p:txBody>
          <a:bodyPr vert="horz"/>
          <a:lstStyle>
            <a:lvl1pPr marL="0" indent="0" algn="ctr">
              <a:buNone/>
              <a:defRPr sz="1877">
                <a:latin typeface="Arial"/>
                <a:cs typeface="Arial"/>
              </a:defRPr>
            </a:lvl1pPr>
          </a:lstStyle>
          <a:p>
            <a:r>
              <a:rPr lang="nl-NL" dirty="0"/>
              <a:t>   afbeelding </a:t>
            </a:r>
          </a:p>
        </p:txBody>
      </p:sp>
      <p:sp>
        <p:nvSpPr>
          <p:cNvPr id="13" name="Tijdelijke aanduiding voor afbeelding 7"/>
          <p:cNvSpPr>
            <a:spLocks noGrp="1"/>
          </p:cNvSpPr>
          <p:nvPr>
            <p:ph type="pic" sz="quarter" idx="17" hasCustomPrompt="1"/>
          </p:nvPr>
        </p:nvSpPr>
        <p:spPr>
          <a:xfrm>
            <a:off x="4476600" y="2570365"/>
            <a:ext cx="3240000" cy="2726807"/>
          </a:xfrm>
          <a:prstGeom prst="rect">
            <a:avLst/>
          </a:prstGeom>
          <a:solidFill>
            <a:schemeClr val="bg1">
              <a:lumMod val="85000"/>
            </a:schemeClr>
          </a:solidFill>
        </p:spPr>
        <p:txBody>
          <a:bodyPr vert="horz"/>
          <a:lstStyle>
            <a:lvl1pPr marL="0" indent="0" algn="ctr">
              <a:buNone/>
              <a:defRPr sz="1877">
                <a:latin typeface="Arial"/>
                <a:cs typeface="Arial"/>
              </a:defRPr>
            </a:lvl1pPr>
          </a:lstStyle>
          <a:p>
            <a:r>
              <a:rPr lang="nl-NL"/>
              <a:t>   afbeelding </a:t>
            </a:r>
          </a:p>
        </p:txBody>
      </p:sp>
      <p:sp>
        <p:nvSpPr>
          <p:cNvPr id="15" name="Tijdelijke aanduiding voor afbeelding 7"/>
          <p:cNvSpPr>
            <a:spLocks noGrp="1"/>
          </p:cNvSpPr>
          <p:nvPr>
            <p:ph type="pic" sz="quarter" idx="18" hasCustomPrompt="1"/>
          </p:nvPr>
        </p:nvSpPr>
        <p:spPr>
          <a:xfrm>
            <a:off x="8161200" y="2570365"/>
            <a:ext cx="3240000" cy="2726807"/>
          </a:xfrm>
          <a:prstGeom prst="rect">
            <a:avLst/>
          </a:prstGeom>
          <a:solidFill>
            <a:schemeClr val="bg1">
              <a:lumMod val="85000"/>
            </a:schemeClr>
          </a:solidFill>
        </p:spPr>
        <p:txBody>
          <a:bodyPr vert="horz"/>
          <a:lstStyle>
            <a:lvl1pPr marL="0" indent="0" algn="ctr">
              <a:buNone/>
              <a:defRPr sz="1877">
                <a:latin typeface="Arial"/>
                <a:cs typeface="Arial"/>
              </a:defRPr>
            </a:lvl1pPr>
          </a:lstStyle>
          <a:p>
            <a:r>
              <a:rPr lang="nl-NL"/>
              <a:t>   afbeelding </a:t>
            </a:r>
          </a:p>
        </p:txBody>
      </p:sp>
      <p:sp>
        <p:nvSpPr>
          <p:cNvPr id="6" name="Tijdelijke aanduiding voor tekst 3"/>
          <p:cNvSpPr>
            <a:spLocks noGrp="1"/>
          </p:cNvSpPr>
          <p:nvPr>
            <p:ph type="body" sz="quarter" idx="19" hasCustomPrompt="1"/>
          </p:nvPr>
        </p:nvSpPr>
        <p:spPr>
          <a:xfrm>
            <a:off x="792000" y="1620449"/>
            <a:ext cx="3240000" cy="845610"/>
          </a:xfrm>
          <a:prstGeom prst="rect">
            <a:avLst/>
          </a:prstGeom>
        </p:spPr>
        <p:txBody>
          <a:bodyPr vert="horz" lIns="0" tIns="0" rIns="0" bIns="0">
            <a:normAutofit/>
          </a:bodyPr>
          <a:lstStyle>
            <a:lvl1pPr marL="0" marR="0" indent="0" algn="ctr" defTabSz="912579" rtl="0" eaLnBrk="1" fontAlgn="auto" latinLnBrk="0" hangingPunct="1">
              <a:lnSpc>
                <a:spcPct val="120000"/>
              </a:lnSpc>
              <a:spcBef>
                <a:spcPts val="0"/>
              </a:spcBef>
              <a:spcAft>
                <a:spcPts val="0"/>
              </a:spcAft>
              <a:buClrTx/>
              <a:buSzTx/>
              <a:buFont typeface="Arial" panose="020B0604020202020204" pitchFamily="34" charset="0"/>
              <a:buNone/>
              <a:tabLst/>
              <a:defRPr sz="2400">
                <a:solidFill>
                  <a:srgbClr val="10264E"/>
                </a:solidFill>
                <a:latin typeface="Arial"/>
                <a:cs typeface="Arial"/>
              </a:defRPr>
            </a:lvl1pPr>
            <a:lvl2pPr marL="287224" indent="-287224">
              <a:lnSpc>
                <a:spcPts val="4224"/>
              </a:lnSpc>
              <a:spcBef>
                <a:spcPts val="0"/>
              </a:spcBef>
              <a:defRPr sz="2347">
                <a:solidFill>
                  <a:srgbClr val="10264E"/>
                </a:solidFill>
                <a:latin typeface="Arial"/>
                <a:cs typeface="Arial"/>
              </a:defRPr>
            </a:lvl2pPr>
            <a:lvl3pPr marL="287224" indent="-287224">
              <a:lnSpc>
                <a:spcPts val="4224"/>
              </a:lnSpc>
              <a:spcBef>
                <a:spcPts val="0"/>
              </a:spcBef>
              <a:defRPr sz="2347">
                <a:solidFill>
                  <a:srgbClr val="10264E"/>
                </a:solidFill>
                <a:latin typeface="Arial"/>
                <a:cs typeface="Arial"/>
              </a:defRPr>
            </a:lvl3pPr>
            <a:lvl4pPr marL="287224" indent="-287224">
              <a:lnSpc>
                <a:spcPts val="4224"/>
              </a:lnSpc>
              <a:spcBef>
                <a:spcPts val="0"/>
              </a:spcBef>
              <a:defRPr sz="2347">
                <a:solidFill>
                  <a:srgbClr val="10264E"/>
                </a:solidFill>
                <a:latin typeface="Arial"/>
                <a:cs typeface="Arial"/>
              </a:defRPr>
            </a:lvl4pPr>
            <a:lvl5pPr marL="287224" indent="-287224">
              <a:lnSpc>
                <a:spcPts val="4224"/>
              </a:lnSpc>
              <a:spcBef>
                <a:spcPts val="0"/>
              </a:spcBef>
              <a:defRPr sz="2347">
                <a:solidFill>
                  <a:srgbClr val="10264E"/>
                </a:solidFill>
                <a:latin typeface="Arial"/>
                <a:cs typeface="Arial"/>
              </a:defRPr>
            </a:lvl5pPr>
          </a:lstStyle>
          <a:p>
            <a:pPr lvl="0"/>
            <a:r>
              <a:rPr lang="nl-NL" dirty="0"/>
              <a:t>[titel]</a:t>
            </a:r>
          </a:p>
        </p:txBody>
      </p:sp>
      <p:sp>
        <p:nvSpPr>
          <p:cNvPr id="11" name="Tijdelijke aanduiding voor tekst 3"/>
          <p:cNvSpPr>
            <a:spLocks noGrp="1"/>
          </p:cNvSpPr>
          <p:nvPr>
            <p:ph type="body" sz="quarter" idx="20" hasCustomPrompt="1"/>
          </p:nvPr>
        </p:nvSpPr>
        <p:spPr>
          <a:xfrm>
            <a:off x="4476600" y="1620449"/>
            <a:ext cx="3240000" cy="845610"/>
          </a:xfrm>
          <a:prstGeom prst="rect">
            <a:avLst/>
          </a:prstGeom>
        </p:spPr>
        <p:txBody>
          <a:bodyPr vert="horz" lIns="0" tIns="0" rIns="0" bIns="0">
            <a:normAutofit/>
          </a:bodyPr>
          <a:lstStyle>
            <a:lvl1pPr marL="0" marR="0" indent="0" algn="ctr" defTabSz="912579" rtl="0" eaLnBrk="1" fontAlgn="auto" latinLnBrk="0" hangingPunct="1">
              <a:lnSpc>
                <a:spcPct val="120000"/>
              </a:lnSpc>
              <a:spcBef>
                <a:spcPts val="0"/>
              </a:spcBef>
              <a:spcAft>
                <a:spcPts val="0"/>
              </a:spcAft>
              <a:buClrTx/>
              <a:buSzTx/>
              <a:buFont typeface="Arial" panose="020B0604020202020204" pitchFamily="34" charset="0"/>
              <a:buNone/>
              <a:tabLst/>
              <a:defRPr sz="2400">
                <a:solidFill>
                  <a:srgbClr val="10264E"/>
                </a:solidFill>
                <a:latin typeface="Arial"/>
                <a:cs typeface="Arial"/>
              </a:defRPr>
            </a:lvl1pPr>
            <a:lvl2pPr marL="287224" indent="-287224">
              <a:lnSpc>
                <a:spcPts val="4224"/>
              </a:lnSpc>
              <a:spcBef>
                <a:spcPts val="0"/>
              </a:spcBef>
              <a:defRPr sz="2347">
                <a:solidFill>
                  <a:srgbClr val="10264E"/>
                </a:solidFill>
                <a:latin typeface="Arial"/>
                <a:cs typeface="Arial"/>
              </a:defRPr>
            </a:lvl2pPr>
            <a:lvl3pPr marL="287224" indent="-287224">
              <a:lnSpc>
                <a:spcPts val="4224"/>
              </a:lnSpc>
              <a:spcBef>
                <a:spcPts val="0"/>
              </a:spcBef>
              <a:defRPr sz="2347">
                <a:solidFill>
                  <a:srgbClr val="10264E"/>
                </a:solidFill>
                <a:latin typeface="Arial"/>
                <a:cs typeface="Arial"/>
              </a:defRPr>
            </a:lvl3pPr>
            <a:lvl4pPr marL="287224" indent="-287224">
              <a:lnSpc>
                <a:spcPts val="4224"/>
              </a:lnSpc>
              <a:spcBef>
                <a:spcPts val="0"/>
              </a:spcBef>
              <a:defRPr sz="2347">
                <a:solidFill>
                  <a:srgbClr val="10264E"/>
                </a:solidFill>
                <a:latin typeface="Arial"/>
                <a:cs typeface="Arial"/>
              </a:defRPr>
            </a:lvl4pPr>
            <a:lvl5pPr marL="287224" indent="-287224">
              <a:lnSpc>
                <a:spcPts val="4224"/>
              </a:lnSpc>
              <a:spcBef>
                <a:spcPts val="0"/>
              </a:spcBef>
              <a:defRPr sz="2347">
                <a:solidFill>
                  <a:srgbClr val="10264E"/>
                </a:solidFill>
                <a:latin typeface="Arial"/>
                <a:cs typeface="Arial"/>
              </a:defRPr>
            </a:lvl5pPr>
          </a:lstStyle>
          <a:p>
            <a:pPr lvl="0"/>
            <a:r>
              <a:rPr lang="nl-NL" dirty="0"/>
              <a:t>[titel]</a:t>
            </a:r>
          </a:p>
        </p:txBody>
      </p:sp>
      <p:sp>
        <p:nvSpPr>
          <p:cNvPr id="12" name="Tijdelijke aanduiding voor tekst 3"/>
          <p:cNvSpPr>
            <a:spLocks noGrp="1"/>
          </p:cNvSpPr>
          <p:nvPr>
            <p:ph type="body" sz="quarter" idx="21" hasCustomPrompt="1"/>
          </p:nvPr>
        </p:nvSpPr>
        <p:spPr>
          <a:xfrm>
            <a:off x="8161200" y="1620449"/>
            <a:ext cx="3240000" cy="845610"/>
          </a:xfrm>
          <a:prstGeom prst="rect">
            <a:avLst/>
          </a:prstGeom>
        </p:spPr>
        <p:txBody>
          <a:bodyPr vert="horz" lIns="0" tIns="0" rIns="0" bIns="0">
            <a:normAutofit/>
          </a:bodyPr>
          <a:lstStyle>
            <a:lvl1pPr marL="0" marR="0" indent="0" algn="ctr" defTabSz="912579" rtl="0" eaLnBrk="1" fontAlgn="auto" latinLnBrk="0" hangingPunct="1">
              <a:lnSpc>
                <a:spcPct val="120000"/>
              </a:lnSpc>
              <a:spcBef>
                <a:spcPts val="0"/>
              </a:spcBef>
              <a:spcAft>
                <a:spcPts val="0"/>
              </a:spcAft>
              <a:buClrTx/>
              <a:buSzTx/>
              <a:buFont typeface="Arial" panose="020B0604020202020204" pitchFamily="34" charset="0"/>
              <a:buNone/>
              <a:tabLst/>
              <a:defRPr sz="2400">
                <a:solidFill>
                  <a:srgbClr val="10264E"/>
                </a:solidFill>
                <a:latin typeface="Arial"/>
                <a:cs typeface="Arial"/>
              </a:defRPr>
            </a:lvl1pPr>
            <a:lvl2pPr marL="287224" indent="-287224">
              <a:lnSpc>
                <a:spcPts val="4224"/>
              </a:lnSpc>
              <a:spcBef>
                <a:spcPts val="0"/>
              </a:spcBef>
              <a:defRPr sz="2347">
                <a:solidFill>
                  <a:srgbClr val="10264E"/>
                </a:solidFill>
                <a:latin typeface="Arial"/>
                <a:cs typeface="Arial"/>
              </a:defRPr>
            </a:lvl2pPr>
            <a:lvl3pPr marL="287224" indent="-287224">
              <a:lnSpc>
                <a:spcPts val="4224"/>
              </a:lnSpc>
              <a:spcBef>
                <a:spcPts val="0"/>
              </a:spcBef>
              <a:defRPr sz="2347">
                <a:solidFill>
                  <a:srgbClr val="10264E"/>
                </a:solidFill>
                <a:latin typeface="Arial"/>
                <a:cs typeface="Arial"/>
              </a:defRPr>
            </a:lvl3pPr>
            <a:lvl4pPr marL="287224" indent="-287224">
              <a:lnSpc>
                <a:spcPts val="4224"/>
              </a:lnSpc>
              <a:spcBef>
                <a:spcPts val="0"/>
              </a:spcBef>
              <a:defRPr sz="2347">
                <a:solidFill>
                  <a:srgbClr val="10264E"/>
                </a:solidFill>
                <a:latin typeface="Arial"/>
                <a:cs typeface="Arial"/>
              </a:defRPr>
            </a:lvl4pPr>
            <a:lvl5pPr marL="287224" indent="-287224">
              <a:lnSpc>
                <a:spcPts val="4224"/>
              </a:lnSpc>
              <a:spcBef>
                <a:spcPts val="0"/>
              </a:spcBef>
              <a:defRPr sz="2347">
                <a:solidFill>
                  <a:srgbClr val="10264E"/>
                </a:solidFill>
                <a:latin typeface="Arial"/>
                <a:cs typeface="Arial"/>
              </a:defRPr>
            </a:lvl5pPr>
          </a:lstStyle>
          <a:p>
            <a:pPr lvl="0"/>
            <a:r>
              <a:rPr lang="nl-NL" dirty="0"/>
              <a:t>[titel]</a:t>
            </a:r>
          </a:p>
        </p:txBody>
      </p:sp>
      <p:pic>
        <p:nvPicPr>
          <p:cNvPr id="14" name="Afbeelding 13">
            <a:extLst>
              <a:ext uri="{FF2B5EF4-FFF2-40B4-BE49-F238E27FC236}">
                <a16:creationId xmlns:a16="http://schemas.microsoft.com/office/drawing/2014/main" id="{9F653371-7DF9-43F3-A744-BB311A26ADE5}"/>
              </a:ext>
            </a:extLst>
          </p:cNvPr>
          <p:cNvPicPr>
            <a:picLocks noChangeAspect="1"/>
          </p:cNvPicPr>
          <p:nvPr userDrawn="1"/>
        </p:nvPicPr>
        <p:blipFill rotWithShape="1">
          <a:blip r:embed="rId2"/>
          <a:srcRect r="39715" b="40737"/>
          <a:stretch/>
        </p:blipFill>
        <p:spPr>
          <a:xfrm>
            <a:off x="0" y="0"/>
            <a:ext cx="856343" cy="841829"/>
          </a:xfrm>
          <a:prstGeom prst="rect">
            <a:avLst/>
          </a:prstGeom>
        </p:spPr>
      </p:pic>
    </p:spTree>
    <p:extLst>
      <p:ext uri="{BB962C8B-B14F-4D97-AF65-F5344CB8AC3E}">
        <p14:creationId xmlns:p14="http://schemas.microsoft.com/office/powerpoint/2010/main" val="15827673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ven voorstellen ...">
    <p:spTree>
      <p:nvGrpSpPr>
        <p:cNvPr id="1" name=""/>
        <p:cNvGrpSpPr/>
        <p:nvPr/>
      </p:nvGrpSpPr>
      <p:grpSpPr>
        <a:xfrm>
          <a:off x="0" y="0"/>
          <a:ext cx="0" cy="0"/>
          <a:chOff x="0" y="0"/>
          <a:chExt cx="0" cy="0"/>
        </a:xfrm>
      </p:grpSpPr>
      <p:sp>
        <p:nvSpPr>
          <p:cNvPr id="13" name="Tijdelijke aanduiding voor afbeelding 7"/>
          <p:cNvSpPr>
            <a:spLocks noGrp="1"/>
          </p:cNvSpPr>
          <p:nvPr>
            <p:ph type="pic" sz="quarter" idx="18" hasCustomPrompt="1"/>
          </p:nvPr>
        </p:nvSpPr>
        <p:spPr>
          <a:xfrm>
            <a:off x="2799762" y="0"/>
            <a:ext cx="9392245" cy="6858000"/>
          </a:xfrm>
          <a:prstGeom prst="rect">
            <a:avLst/>
          </a:prstGeom>
          <a:solidFill>
            <a:schemeClr val="bg1">
              <a:lumMod val="85000"/>
            </a:schemeClr>
          </a:solidFill>
        </p:spPr>
        <p:txBody>
          <a:bodyPr vert="horz"/>
          <a:lstStyle>
            <a:lvl1pPr marL="0" indent="0" algn="ctr">
              <a:buNone/>
              <a:defRPr sz="1877">
                <a:latin typeface="Arial"/>
                <a:cs typeface="Arial"/>
              </a:defRPr>
            </a:lvl1pPr>
          </a:lstStyle>
          <a:p>
            <a:r>
              <a:rPr lang="nl-NL"/>
              <a:t>   afbeelding </a:t>
            </a:r>
          </a:p>
        </p:txBody>
      </p:sp>
      <p:sp>
        <p:nvSpPr>
          <p:cNvPr id="9" name="Tijdelijke aanduiding voor tekst 3"/>
          <p:cNvSpPr>
            <a:spLocks noGrp="1"/>
          </p:cNvSpPr>
          <p:nvPr>
            <p:ph type="body" sz="quarter" idx="19" hasCustomPrompt="1"/>
          </p:nvPr>
        </p:nvSpPr>
        <p:spPr>
          <a:xfrm>
            <a:off x="792000" y="1600664"/>
            <a:ext cx="4320000" cy="521521"/>
          </a:xfrm>
          <a:prstGeom prst="rect">
            <a:avLst/>
          </a:prstGeom>
        </p:spPr>
        <p:txBody>
          <a:bodyPr vert="horz" lIns="0" tIns="0" rIns="0" bIns="0"/>
          <a:lstStyle>
            <a:lvl1pPr marL="0" marR="0" indent="0" algn="l" defTabSz="912579" rtl="0" eaLnBrk="1" fontAlgn="auto" latinLnBrk="0" hangingPunct="1">
              <a:lnSpc>
                <a:spcPct val="120000"/>
              </a:lnSpc>
              <a:spcBef>
                <a:spcPts val="0"/>
              </a:spcBef>
              <a:spcAft>
                <a:spcPts val="0"/>
              </a:spcAft>
              <a:buClrTx/>
              <a:buSzTx/>
              <a:buFont typeface="Arial" panose="020B0604020202020204" pitchFamily="34" charset="0"/>
              <a:buNone/>
              <a:tabLst/>
              <a:defRPr sz="2347" b="1">
                <a:solidFill>
                  <a:srgbClr val="10264E"/>
                </a:solidFill>
                <a:latin typeface="Arial"/>
                <a:cs typeface="Arial"/>
              </a:defRPr>
            </a:lvl1pPr>
            <a:lvl2pPr marL="287224" indent="-287224">
              <a:lnSpc>
                <a:spcPts val="4224"/>
              </a:lnSpc>
              <a:spcBef>
                <a:spcPts val="0"/>
              </a:spcBef>
              <a:defRPr sz="2347">
                <a:solidFill>
                  <a:srgbClr val="10264E"/>
                </a:solidFill>
                <a:latin typeface="Arial"/>
                <a:cs typeface="Arial"/>
              </a:defRPr>
            </a:lvl2pPr>
            <a:lvl3pPr marL="287224" indent="-287224">
              <a:lnSpc>
                <a:spcPts val="4224"/>
              </a:lnSpc>
              <a:spcBef>
                <a:spcPts val="0"/>
              </a:spcBef>
              <a:defRPr sz="2347">
                <a:solidFill>
                  <a:srgbClr val="10264E"/>
                </a:solidFill>
                <a:latin typeface="Arial"/>
                <a:cs typeface="Arial"/>
              </a:defRPr>
            </a:lvl3pPr>
            <a:lvl4pPr marL="287224" indent="-287224">
              <a:lnSpc>
                <a:spcPts val="4224"/>
              </a:lnSpc>
              <a:spcBef>
                <a:spcPts val="0"/>
              </a:spcBef>
              <a:defRPr sz="2347">
                <a:solidFill>
                  <a:srgbClr val="10264E"/>
                </a:solidFill>
                <a:latin typeface="Arial"/>
                <a:cs typeface="Arial"/>
              </a:defRPr>
            </a:lvl4pPr>
            <a:lvl5pPr marL="287224" indent="-287224">
              <a:lnSpc>
                <a:spcPts val="4224"/>
              </a:lnSpc>
              <a:spcBef>
                <a:spcPts val="0"/>
              </a:spcBef>
              <a:defRPr sz="2347">
                <a:solidFill>
                  <a:srgbClr val="10264E"/>
                </a:solidFill>
                <a:latin typeface="Arial"/>
                <a:cs typeface="Arial"/>
              </a:defRPr>
            </a:lvl5pPr>
          </a:lstStyle>
          <a:p>
            <a:pPr lvl="0"/>
            <a:r>
              <a:rPr lang="nl-NL" dirty="0"/>
              <a:t>[functie]</a:t>
            </a:r>
          </a:p>
        </p:txBody>
      </p:sp>
      <p:sp>
        <p:nvSpPr>
          <p:cNvPr id="11" name="Tijdelijke aanduiding voor tekst 3"/>
          <p:cNvSpPr>
            <a:spLocks noGrp="1"/>
          </p:cNvSpPr>
          <p:nvPr>
            <p:ph type="body" sz="quarter" idx="28" hasCustomPrompt="1"/>
          </p:nvPr>
        </p:nvSpPr>
        <p:spPr>
          <a:xfrm>
            <a:off x="792000" y="2122185"/>
            <a:ext cx="4320000" cy="464603"/>
          </a:xfrm>
          <a:prstGeom prst="rect">
            <a:avLst/>
          </a:prstGeom>
        </p:spPr>
        <p:txBody>
          <a:bodyPr vert="horz" lIns="0" tIns="0" rIns="0" bIns="0"/>
          <a:lstStyle>
            <a:lvl1pPr marL="0" marR="0" indent="0" algn="l" defTabSz="912579" rtl="0" eaLnBrk="1" fontAlgn="auto" latinLnBrk="0" hangingPunct="1">
              <a:lnSpc>
                <a:spcPct val="120000"/>
              </a:lnSpc>
              <a:spcBef>
                <a:spcPts val="0"/>
              </a:spcBef>
              <a:spcAft>
                <a:spcPts val="0"/>
              </a:spcAft>
              <a:buClrTx/>
              <a:buSzTx/>
              <a:buFont typeface="Arial" panose="020B0604020202020204" pitchFamily="34" charset="0"/>
              <a:buNone/>
              <a:tabLst/>
              <a:defRPr sz="1877" b="0">
                <a:solidFill>
                  <a:srgbClr val="10264E"/>
                </a:solidFill>
                <a:latin typeface="Arial"/>
                <a:cs typeface="Arial"/>
              </a:defRPr>
            </a:lvl1pPr>
            <a:lvl2pPr marL="287224" indent="-287224">
              <a:lnSpc>
                <a:spcPts val="4224"/>
              </a:lnSpc>
              <a:spcBef>
                <a:spcPts val="0"/>
              </a:spcBef>
              <a:defRPr sz="2347">
                <a:solidFill>
                  <a:srgbClr val="10264E"/>
                </a:solidFill>
                <a:latin typeface="Arial"/>
                <a:cs typeface="Arial"/>
              </a:defRPr>
            </a:lvl2pPr>
            <a:lvl3pPr marL="287224" indent="-287224">
              <a:lnSpc>
                <a:spcPts val="4224"/>
              </a:lnSpc>
              <a:spcBef>
                <a:spcPts val="0"/>
              </a:spcBef>
              <a:defRPr sz="2347">
                <a:solidFill>
                  <a:srgbClr val="10264E"/>
                </a:solidFill>
                <a:latin typeface="Arial"/>
                <a:cs typeface="Arial"/>
              </a:defRPr>
            </a:lvl3pPr>
            <a:lvl4pPr marL="287224" indent="-287224">
              <a:lnSpc>
                <a:spcPts val="4224"/>
              </a:lnSpc>
              <a:spcBef>
                <a:spcPts val="0"/>
              </a:spcBef>
              <a:defRPr sz="2347">
                <a:solidFill>
                  <a:srgbClr val="10264E"/>
                </a:solidFill>
                <a:latin typeface="Arial"/>
                <a:cs typeface="Arial"/>
              </a:defRPr>
            </a:lvl4pPr>
            <a:lvl5pPr marL="287224" indent="-287224">
              <a:lnSpc>
                <a:spcPts val="4224"/>
              </a:lnSpc>
              <a:spcBef>
                <a:spcPts val="0"/>
              </a:spcBef>
              <a:defRPr sz="2347">
                <a:solidFill>
                  <a:srgbClr val="10264E"/>
                </a:solidFill>
                <a:latin typeface="Arial"/>
                <a:cs typeface="Arial"/>
              </a:defRPr>
            </a:lvl5pPr>
          </a:lstStyle>
          <a:p>
            <a:pPr lvl="0"/>
            <a:r>
              <a:rPr lang="nl-NL" dirty="0"/>
              <a:t>[e-mailadres]</a:t>
            </a:r>
          </a:p>
        </p:txBody>
      </p:sp>
      <p:pic>
        <p:nvPicPr>
          <p:cNvPr id="3" name="Afbeelding 2">
            <a:extLst>
              <a:ext uri="{FF2B5EF4-FFF2-40B4-BE49-F238E27FC236}">
                <a16:creationId xmlns:a16="http://schemas.microsoft.com/office/drawing/2014/main" id="{2C5E712C-5496-4582-9FCF-C3F14CF788B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54695" y="5864400"/>
            <a:ext cx="1393809" cy="464603"/>
          </a:xfrm>
          <a:prstGeom prst="rect">
            <a:avLst/>
          </a:prstGeom>
        </p:spPr>
      </p:pic>
      <p:sp>
        <p:nvSpPr>
          <p:cNvPr id="4" name="Titel 3">
            <a:extLst>
              <a:ext uri="{FF2B5EF4-FFF2-40B4-BE49-F238E27FC236}">
                <a16:creationId xmlns:a16="http://schemas.microsoft.com/office/drawing/2014/main" id="{1C6EC026-02AE-43ED-B54C-523EEAEF44E0}"/>
              </a:ext>
            </a:extLst>
          </p:cNvPr>
          <p:cNvSpPr>
            <a:spLocks noGrp="1"/>
          </p:cNvSpPr>
          <p:nvPr>
            <p:ph type="title" hasCustomPrompt="1"/>
          </p:nvPr>
        </p:nvSpPr>
        <p:spPr>
          <a:xfrm>
            <a:off x="1296000" y="720000"/>
            <a:ext cx="9864000" cy="837122"/>
          </a:xfrm>
        </p:spPr>
        <p:txBody>
          <a:bodyPr/>
          <a:lstStyle>
            <a:lvl1pPr>
              <a:defRPr/>
            </a:lvl1pPr>
          </a:lstStyle>
          <a:p>
            <a:r>
              <a:rPr lang="nl-NL" dirty="0"/>
              <a:t>[naam]</a:t>
            </a:r>
          </a:p>
        </p:txBody>
      </p:sp>
      <p:sp>
        <p:nvSpPr>
          <p:cNvPr id="15" name="Tijdelijke aanduiding voor tekst 3">
            <a:extLst>
              <a:ext uri="{FF2B5EF4-FFF2-40B4-BE49-F238E27FC236}">
                <a16:creationId xmlns:a16="http://schemas.microsoft.com/office/drawing/2014/main" id="{6CFA03C9-356F-461D-84CC-49E7736E59B0}"/>
              </a:ext>
            </a:extLst>
          </p:cNvPr>
          <p:cNvSpPr>
            <a:spLocks noGrp="1"/>
          </p:cNvSpPr>
          <p:nvPr>
            <p:ph type="body" sz="quarter" idx="29" hasCustomPrompt="1"/>
          </p:nvPr>
        </p:nvSpPr>
        <p:spPr>
          <a:xfrm>
            <a:off x="792000" y="2586788"/>
            <a:ext cx="4320000" cy="1771509"/>
          </a:xfrm>
          <a:prstGeom prst="rect">
            <a:avLst/>
          </a:prstGeom>
        </p:spPr>
        <p:txBody>
          <a:bodyPr vert="horz" lIns="0" tIns="0" rIns="0" bIns="0"/>
          <a:lstStyle>
            <a:lvl1pPr marL="0" marR="0" indent="0" algn="l" defTabSz="912579" rtl="0" eaLnBrk="1" fontAlgn="auto" latinLnBrk="0" hangingPunct="1">
              <a:lnSpc>
                <a:spcPct val="120000"/>
              </a:lnSpc>
              <a:spcBef>
                <a:spcPts val="0"/>
              </a:spcBef>
              <a:spcAft>
                <a:spcPts val="0"/>
              </a:spcAft>
              <a:buClrTx/>
              <a:buSzTx/>
              <a:buFont typeface="Arial" panose="020B0604020202020204" pitchFamily="34" charset="0"/>
              <a:buNone/>
              <a:tabLst/>
              <a:defRPr sz="1877" b="0">
                <a:solidFill>
                  <a:srgbClr val="10264E"/>
                </a:solidFill>
                <a:latin typeface="Arial"/>
                <a:cs typeface="Arial"/>
              </a:defRPr>
            </a:lvl1pPr>
            <a:lvl2pPr marL="287224" indent="-287224">
              <a:lnSpc>
                <a:spcPts val="4224"/>
              </a:lnSpc>
              <a:spcBef>
                <a:spcPts val="0"/>
              </a:spcBef>
              <a:defRPr sz="2347">
                <a:solidFill>
                  <a:srgbClr val="10264E"/>
                </a:solidFill>
                <a:latin typeface="Arial"/>
                <a:cs typeface="Arial"/>
              </a:defRPr>
            </a:lvl2pPr>
            <a:lvl3pPr marL="287224" indent="-287224">
              <a:lnSpc>
                <a:spcPts val="4224"/>
              </a:lnSpc>
              <a:spcBef>
                <a:spcPts val="0"/>
              </a:spcBef>
              <a:defRPr sz="2347">
                <a:solidFill>
                  <a:srgbClr val="10264E"/>
                </a:solidFill>
                <a:latin typeface="Arial"/>
                <a:cs typeface="Arial"/>
              </a:defRPr>
            </a:lvl3pPr>
            <a:lvl4pPr marL="287224" indent="-287224">
              <a:lnSpc>
                <a:spcPts val="4224"/>
              </a:lnSpc>
              <a:spcBef>
                <a:spcPts val="0"/>
              </a:spcBef>
              <a:defRPr sz="2347">
                <a:solidFill>
                  <a:srgbClr val="10264E"/>
                </a:solidFill>
                <a:latin typeface="Arial"/>
                <a:cs typeface="Arial"/>
              </a:defRPr>
            </a:lvl4pPr>
            <a:lvl5pPr marL="287224" indent="-287224">
              <a:lnSpc>
                <a:spcPts val="4224"/>
              </a:lnSpc>
              <a:spcBef>
                <a:spcPts val="0"/>
              </a:spcBef>
              <a:defRPr sz="2347">
                <a:solidFill>
                  <a:srgbClr val="10264E"/>
                </a:solidFill>
                <a:latin typeface="Arial"/>
                <a:cs typeface="Arial"/>
              </a:defRPr>
            </a:lvl5pPr>
          </a:lstStyle>
          <a:p>
            <a:pPr lvl="0"/>
            <a:r>
              <a:rPr lang="nl-NL" dirty="0"/>
              <a:t>[andere contactinfo, b.v. LinkedIn]</a:t>
            </a:r>
          </a:p>
        </p:txBody>
      </p:sp>
    </p:spTree>
    <p:extLst>
      <p:ext uri="{BB962C8B-B14F-4D97-AF65-F5344CB8AC3E}">
        <p14:creationId xmlns:p14="http://schemas.microsoft.com/office/powerpoint/2010/main" val="5009339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3" name="Tijdelijke aanduiding voor media 2"/>
          <p:cNvSpPr>
            <a:spLocks noGrp="1"/>
          </p:cNvSpPr>
          <p:nvPr>
            <p:ph type="media" sz="quarter" idx="12"/>
          </p:nvPr>
        </p:nvSpPr>
        <p:spPr>
          <a:xfrm>
            <a:off x="8" y="0"/>
            <a:ext cx="12192000" cy="6858000"/>
          </a:xfrm>
          <a:prstGeom prst="rect">
            <a:avLst/>
          </a:prstGeom>
          <a:solidFill>
            <a:schemeClr val="bg1">
              <a:lumMod val="85000"/>
            </a:schemeClr>
          </a:solidFill>
        </p:spPr>
        <p:txBody>
          <a:bodyPr vert="horz"/>
          <a:lstStyle>
            <a:lvl1pPr marL="0" indent="0" algn="ctr">
              <a:buNone/>
              <a:defRPr/>
            </a:lvl1pPr>
          </a:lstStyle>
          <a:p>
            <a:r>
              <a:rPr lang="en-US"/>
              <a:t>Click icon to add media</a:t>
            </a:r>
            <a:endParaRPr lang="nl-NL" dirty="0"/>
          </a:p>
        </p:txBody>
      </p:sp>
    </p:spTree>
    <p:extLst>
      <p:ext uri="{BB962C8B-B14F-4D97-AF65-F5344CB8AC3E}">
        <p14:creationId xmlns:p14="http://schemas.microsoft.com/office/powerpoint/2010/main" val="14177796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Sectiekop">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5F53FA-EE09-4A0C-92EE-E4B8A636A532}"/>
              </a:ext>
            </a:extLst>
          </p:cNvPr>
          <p:cNvSpPr>
            <a:spLocks noGrp="1"/>
          </p:cNvSpPr>
          <p:nvPr>
            <p:ph type="title" hasCustomPrompt="1"/>
          </p:nvPr>
        </p:nvSpPr>
        <p:spPr>
          <a:xfrm>
            <a:off x="792000" y="1324801"/>
            <a:ext cx="6861600" cy="2358200"/>
          </a:xfrm>
        </p:spPr>
        <p:txBody>
          <a:bodyPr anchor="t" anchorCtr="0"/>
          <a:lstStyle>
            <a:lvl1pPr>
              <a:defRPr sz="4700">
                <a:solidFill>
                  <a:schemeClr val="bg1"/>
                </a:solidFill>
              </a:defRPr>
            </a:lvl1pPr>
          </a:lstStyle>
          <a:p>
            <a:r>
              <a:rPr lang="nl-NL" dirty="0"/>
              <a:t>[hoofdstuktitel]</a:t>
            </a:r>
          </a:p>
        </p:txBody>
      </p:sp>
      <p:sp>
        <p:nvSpPr>
          <p:cNvPr id="3" name="Tijdelijke aanduiding voor tekst 2">
            <a:extLst>
              <a:ext uri="{FF2B5EF4-FFF2-40B4-BE49-F238E27FC236}">
                <a16:creationId xmlns:a16="http://schemas.microsoft.com/office/drawing/2014/main" id="{C4959B75-7C22-46B5-B30C-BC3F15F35837}"/>
              </a:ext>
            </a:extLst>
          </p:cNvPr>
          <p:cNvSpPr>
            <a:spLocks noGrp="1"/>
          </p:cNvSpPr>
          <p:nvPr>
            <p:ph type="body" idx="1" hasCustomPrompt="1"/>
          </p:nvPr>
        </p:nvSpPr>
        <p:spPr>
          <a:xfrm>
            <a:off x="792000" y="3894246"/>
            <a:ext cx="6861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dirty="0"/>
              <a:t>[ondertitel of toelichting]</a:t>
            </a:r>
          </a:p>
        </p:txBody>
      </p:sp>
      <p:pic>
        <p:nvPicPr>
          <p:cNvPr id="8" name="Afbeelding 7">
            <a:extLst>
              <a:ext uri="{FF2B5EF4-FFF2-40B4-BE49-F238E27FC236}">
                <a16:creationId xmlns:a16="http://schemas.microsoft.com/office/drawing/2014/main" id="{FF806D8B-5DD1-4AC8-881B-942EAB79FC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5362" y="4334037"/>
            <a:ext cx="2566638" cy="2523963"/>
          </a:xfrm>
          <a:prstGeom prst="rect">
            <a:avLst/>
          </a:prstGeom>
        </p:spPr>
      </p:pic>
      <p:pic>
        <p:nvPicPr>
          <p:cNvPr id="9" name="Afbeelding 8" descr="Afbeelding met tekst, kruiswoordpuzzel&#10;&#10;Beschrijving is gegenereerd met hoge betrouwbaarheid">
            <a:extLst>
              <a:ext uri="{FF2B5EF4-FFF2-40B4-BE49-F238E27FC236}">
                <a16:creationId xmlns:a16="http://schemas.microsoft.com/office/drawing/2014/main" id="{780794D5-73D1-4667-A8F7-1FFB0EDB22F1}"/>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792000" y="891306"/>
            <a:ext cx="266699" cy="222250"/>
          </a:xfrm>
          <a:prstGeom prst="rect">
            <a:avLst/>
          </a:prstGeom>
        </p:spPr>
      </p:pic>
    </p:spTree>
    <p:extLst>
      <p:ext uri="{BB962C8B-B14F-4D97-AF65-F5344CB8AC3E}">
        <p14:creationId xmlns:p14="http://schemas.microsoft.com/office/powerpoint/2010/main" val="3430804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4251F923-90BC-40F3-8BDA-DB17BAC4C646}"/>
              </a:ext>
            </a:extLst>
          </p:cNvPr>
          <p:cNvSpPr>
            <a:spLocks noGrp="1"/>
          </p:cNvSpPr>
          <p:nvPr>
            <p:ph type="title"/>
          </p:nvPr>
        </p:nvSpPr>
        <p:spPr/>
        <p:txBody>
          <a:bodyPr/>
          <a:lstStyle/>
          <a:p>
            <a:r>
              <a:rPr lang="en-US"/>
              <a:t>Click to edit Master title style</a:t>
            </a:r>
            <a:endParaRPr lang="nl-NL"/>
          </a:p>
        </p:txBody>
      </p:sp>
    </p:spTree>
    <p:extLst>
      <p:ext uri="{BB962C8B-B14F-4D97-AF65-F5344CB8AC3E}">
        <p14:creationId xmlns:p14="http://schemas.microsoft.com/office/powerpoint/2010/main" val="18198860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Leeg">
    <p:spTree>
      <p:nvGrpSpPr>
        <p:cNvPr id="1" name=""/>
        <p:cNvGrpSpPr/>
        <p:nvPr/>
      </p:nvGrpSpPr>
      <p:grpSpPr>
        <a:xfrm>
          <a:off x="0" y="0"/>
          <a:ext cx="0" cy="0"/>
          <a:chOff x="0" y="0"/>
          <a:chExt cx="0" cy="0"/>
        </a:xfrm>
      </p:grpSpPr>
      <p:sp>
        <p:nvSpPr>
          <p:cNvPr id="5" name="Rechthoekige driehoek 4">
            <a:extLst>
              <a:ext uri="{FF2B5EF4-FFF2-40B4-BE49-F238E27FC236}">
                <a16:creationId xmlns:a16="http://schemas.microsoft.com/office/drawing/2014/main" id="{7B950D76-FDB9-4D4D-8E5F-9E36F651D41E}"/>
              </a:ext>
            </a:extLst>
          </p:cNvPr>
          <p:cNvSpPr/>
          <p:nvPr userDrawn="1"/>
        </p:nvSpPr>
        <p:spPr>
          <a:xfrm rot="5400000">
            <a:off x="11400000" y="6066000"/>
            <a:ext cx="792000" cy="7920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 name="Rechthoekige driehoek 2">
            <a:extLst>
              <a:ext uri="{FF2B5EF4-FFF2-40B4-BE49-F238E27FC236}">
                <a16:creationId xmlns:a16="http://schemas.microsoft.com/office/drawing/2014/main" id="{095CAFC6-5277-4CDE-9614-4E898AC231F9}"/>
              </a:ext>
            </a:extLst>
          </p:cNvPr>
          <p:cNvSpPr/>
          <p:nvPr userDrawn="1"/>
        </p:nvSpPr>
        <p:spPr>
          <a:xfrm rot="16200000">
            <a:off x="0" y="6066000"/>
            <a:ext cx="792000" cy="7920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Rechthoek 3">
            <a:extLst>
              <a:ext uri="{FF2B5EF4-FFF2-40B4-BE49-F238E27FC236}">
                <a16:creationId xmlns:a16="http://schemas.microsoft.com/office/drawing/2014/main" id="{34050CDE-221E-4E1C-8123-F90126286791}"/>
              </a:ext>
            </a:extLst>
          </p:cNvPr>
          <p:cNvSpPr/>
          <p:nvPr userDrawn="1"/>
        </p:nvSpPr>
        <p:spPr>
          <a:xfrm>
            <a:off x="11400000" y="6066000"/>
            <a:ext cx="792000" cy="79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10809513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Afsluitgroet">
    <p:bg>
      <p:bgPr>
        <a:solidFill>
          <a:schemeClr val="accent2"/>
        </a:solidFill>
        <a:effectLst/>
      </p:bgPr>
    </p:bg>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69BFDD44-2866-4BB8-BAB3-956F9C108EEB}"/>
              </a:ext>
            </a:extLst>
          </p:cNvPr>
          <p:cNvPicPr>
            <a:picLocks noChangeAspect="1"/>
          </p:cNvPicPr>
          <p:nvPr userDrawn="1"/>
        </p:nvPicPr>
        <p:blipFill>
          <a:blip r:embed="rId2"/>
          <a:stretch>
            <a:fillRect/>
          </a:stretch>
        </p:blipFill>
        <p:spPr>
          <a:xfrm>
            <a:off x="9625362" y="4334037"/>
            <a:ext cx="2566638" cy="2523963"/>
          </a:xfrm>
          <a:prstGeom prst="rect">
            <a:avLst/>
          </a:prstGeom>
        </p:spPr>
      </p:pic>
      <p:pic>
        <p:nvPicPr>
          <p:cNvPr id="24" name="Afbeelding 23">
            <a:extLst>
              <a:ext uri="{FF2B5EF4-FFF2-40B4-BE49-F238E27FC236}">
                <a16:creationId xmlns:a16="http://schemas.microsoft.com/office/drawing/2014/main" id="{74C25534-E1F7-408F-971A-A92512CE123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92000" y="5257800"/>
            <a:ext cx="3534451" cy="1081088"/>
          </a:xfrm>
          <a:prstGeom prst="rect">
            <a:avLst/>
          </a:prstGeom>
        </p:spPr>
      </p:pic>
      <p:sp>
        <p:nvSpPr>
          <p:cNvPr id="6" name="Tijdelijke aanduiding voor tekst 5">
            <a:extLst>
              <a:ext uri="{FF2B5EF4-FFF2-40B4-BE49-F238E27FC236}">
                <a16:creationId xmlns:a16="http://schemas.microsoft.com/office/drawing/2014/main" id="{05F27743-4FBD-454F-B003-399F0DD3C9B5}"/>
              </a:ext>
            </a:extLst>
          </p:cNvPr>
          <p:cNvSpPr>
            <a:spLocks noGrp="1"/>
          </p:cNvSpPr>
          <p:nvPr>
            <p:ph type="body" sz="quarter" idx="10" hasCustomPrompt="1"/>
          </p:nvPr>
        </p:nvSpPr>
        <p:spPr>
          <a:xfrm>
            <a:off x="792000" y="1203770"/>
            <a:ext cx="7797800" cy="1694004"/>
          </a:xfrm>
        </p:spPr>
        <p:txBody>
          <a:bodyPr>
            <a:normAutofit/>
          </a:bodyPr>
          <a:lstStyle>
            <a:lvl1pPr marL="0" indent="0">
              <a:lnSpc>
                <a:spcPct val="105000"/>
              </a:lnSpc>
              <a:buNone/>
              <a:defRPr sz="3600">
                <a:solidFill>
                  <a:schemeClr val="bg1"/>
                </a:solidFill>
              </a:defRPr>
            </a:lvl1pPr>
          </a:lstStyle>
          <a:p>
            <a:pPr lvl="0"/>
            <a:r>
              <a:rPr lang="nl-NL" dirty="0"/>
              <a:t>[afsluitgroet]</a:t>
            </a:r>
          </a:p>
        </p:txBody>
      </p:sp>
      <p:sp>
        <p:nvSpPr>
          <p:cNvPr id="8" name="Tijdelijke aanduiding voor tekst 7">
            <a:extLst>
              <a:ext uri="{FF2B5EF4-FFF2-40B4-BE49-F238E27FC236}">
                <a16:creationId xmlns:a16="http://schemas.microsoft.com/office/drawing/2014/main" id="{322CD84B-886E-4595-BFBC-7504B9A0CE8A}"/>
              </a:ext>
            </a:extLst>
          </p:cNvPr>
          <p:cNvSpPr>
            <a:spLocks noGrp="1"/>
          </p:cNvSpPr>
          <p:nvPr>
            <p:ph type="body" sz="quarter" idx="11" hasCustomPrompt="1"/>
          </p:nvPr>
        </p:nvSpPr>
        <p:spPr>
          <a:xfrm>
            <a:off x="792000" y="3588345"/>
            <a:ext cx="4800600" cy="1081088"/>
          </a:xfrm>
        </p:spPr>
        <p:txBody>
          <a:bodyPr>
            <a:normAutofit/>
          </a:bodyPr>
          <a:lstStyle>
            <a:lvl1pPr marL="0" indent="0">
              <a:buNone/>
              <a:defRPr sz="1800">
                <a:solidFill>
                  <a:schemeClr val="bg1"/>
                </a:solidFill>
              </a:defRPr>
            </a:lvl1pPr>
            <a:lvl2pPr marL="252000" indent="0">
              <a:buNone/>
              <a:defRPr>
                <a:solidFill>
                  <a:schemeClr val="bg1"/>
                </a:solidFill>
              </a:defRPr>
            </a:lvl2pPr>
            <a:lvl3pPr marL="504000" indent="0">
              <a:buNone/>
              <a:defRPr>
                <a:solidFill>
                  <a:schemeClr val="bg1"/>
                </a:solidFill>
              </a:defRPr>
            </a:lvl3pPr>
            <a:lvl4pPr>
              <a:buNone/>
              <a:defRPr>
                <a:solidFill>
                  <a:schemeClr val="bg1"/>
                </a:solidFill>
              </a:defRPr>
            </a:lvl4pPr>
            <a:lvl5pPr>
              <a:buNone/>
              <a:defRPr>
                <a:solidFill>
                  <a:schemeClr val="bg1"/>
                </a:solidFill>
              </a:defRPr>
            </a:lvl5pPr>
          </a:lstStyle>
          <a:p>
            <a:pPr lvl="0"/>
            <a:r>
              <a:rPr lang="nl-NL" dirty="0"/>
              <a:t>[contactgegevens]</a:t>
            </a:r>
          </a:p>
        </p:txBody>
      </p:sp>
    </p:spTree>
    <p:extLst>
      <p:ext uri="{BB962C8B-B14F-4D97-AF65-F5344CB8AC3E}">
        <p14:creationId xmlns:p14="http://schemas.microsoft.com/office/powerpoint/2010/main" val="12600560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Einde">
    <p:bg>
      <p:bgRef idx="1001">
        <a:schemeClr val="bg1"/>
      </p:bgRef>
    </p:bg>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AC0D48FD-529E-4A93-8565-3D666AA793E1}"/>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4684122" y="2997593"/>
            <a:ext cx="2823757" cy="862815"/>
          </a:xfrm>
          <a:prstGeom prst="rect">
            <a:avLst/>
          </a:prstGeom>
        </p:spPr>
      </p:pic>
    </p:spTree>
    <p:extLst>
      <p:ext uri="{BB962C8B-B14F-4D97-AF65-F5344CB8AC3E}">
        <p14:creationId xmlns:p14="http://schemas.microsoft.com/office/powerpoint/2010/main" val="1040466765"/>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eldia">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71307B-333B-4591-8BC7-DC50216CB4AA}"/>
              </a:ext>
            </a:extLst>
          </p:cNvPr>
          <p:cNvSpPr>
            <a:spLocks noGrp="1"/>
          </p:cNvSpPr>
          <p:nvPr>
            <p:ph type="ctrTitle"/>
          </p:nvPr>
        </p:nvSpPr>
        <p:spPr>
          <a:xfrm>
            <a:off x="792000" y="1324800"/>
            <a:ext cx="9648000" cy="2387600"/>
          </a:xfrm>
        </p:spPr>
        <p:txBody>
          <a:bodyPr anchor="t" anchorCtr="0"/>
          <a:lstStyle>
            <a:lvl1pPr algn="l">
              <a:defRPr sz="4700">
                <a:solidFill>
                  <a:schemeClr val="bg1"/>
                </a:solidFill>
              </a:defRPr>
            </a:lvl1pPr>
          </a:lstStyle>
          <a:p>
            <a:r>
              <a:rPr lang="nl-NL" dirty="0"/>
              <a:t>Klik om stijl te bewerken</a:t>
            </a:r>
          </a:p>
        </p:txBody>
      </p:sp>
      <p:sp>
        <p:nvSpPr>
          <p:cNvPr id="3" name="Ondertitel 2">
            <a:extLst>
              <a:ext uri="{FF2B5EF4-FFF2-40B4-BE49-F238E27FC236}">
                <a16:creationId xmlns:a16="http://schemas.microsoft.com/office/drawing/2014/main" id="{CE0477F3-851B-4CC7-8C61-61E6ABC6C330}"/>
              </a:ext>
            </a:extLst>
          </p:cNvPr>
          <p:cNvSpPr>
            <a:spLocks noGrp="1"/>
          </p:cNvSpPr>
          <p:nvPr>
            <p:ph type="subTitle" idx="1"/>
          </p:nvPr>
        </p:nvSpPr>
        <p:spPr>
          <a:xfrm>
            <a:off x="792000" y="3712400"/>
            <a:ext cx="9648000" cy="1545400"/>
          </a:xfrm>
        </p:spPr>
        <p:txBody>
          <a:bodyPr/>
          <a:lstStyle>
            <a:lvl1pPr marL="0" indent="0" algn="l">
              <a:lnSpc>
                <a:spcPct val="105000"/>
              </a:lnSpc>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Klikken om de ondertitelstijl van het model te bewerken</a:t>
            </a:r>
          </a:p>
        </p:txBody>
      </p:sp>
      <p:pic>
        <p:nvPicPr>
          <p:cNvPr id="22" name="Afbeelding 21" descr="Afbeelding met tekst, kruiswoordpuzzel&#10;&#10;Beschrijving is gegenereerd met hoge betrouwbaarheid">
            <a:extLst>
              <a:ext uri="{FF2B5EF4-FFF2-40B4-BE49-F238E27FC236}">
                <a16:creationId xmlns:a16="http://schemas.microsoft.com/office/drawing/2014/main" id="{B13FCDC4-A14A-484F-9DBF-06586F7A83D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792000" y="891306"/>
            <a:ext cx="266699" cy="222250"/>
          </a:xfrm>
          <a:prstGeom prst="rect">
            <a:avLst/>
          </a:prstGeom>
        </p:spPr>
      </p:pic>
      <p:pic>
        <p:nvPicPr>
          <p:cNvPr id="24" name="Afbeelding 23">
            <a:extLst>
              <a:ext uri="{FF2B5EF4-FFF2-40B4-BE49-F238E27FC236}">
                <a16:creationId xmlns:a16="http://schemas.microsoft.com/office/drawing/2014/main" id="{74C25534-E1F7-408F-971A-A92512CE1232}"/>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792000" y="5862216"/>
            <a:ext cx="1558406" cy="476672"/>
          </a:xfrm>
          <a:prstGeom prst="rect">
            <a:avLst/>
          </a:prstGeom>
        </p:spPr>
      </p:pic>
      <p:pic>
        <p:nvPicPr>
          <p:cNvPr id="4" name="Afbeelding 3">
            <a:extLst>
              <a:ext uri="{FF2B5EF4-FFF2-40B4-BE49-F238E27FC236}">
                <a16:creationId xmlns:a16="http://schemas.microsoft.com/office/drawing/2014/main" id="{54B706E4-A4BE-477F-82CC-F72E42955CBD}"/>
              </a:ext>
            </a:extLst>
          </p:cNvPr>
          <p:cNvPicPr>
            <a:picLocks noChangeAspect="1"/>
          </p:cNvPicPr>
          <p:nvPr userDrawn="1"/>
        </p:nvPicPr>
        <p:blipFill>
          <a:blip r:embed="rId4"/>
          <a:stretch>
            <a:fillRect/>
          </a:stretch>
        </p:blipFill>
        <p:spPr>
          <a:xfrm>
            <a:off x="9625362" y="4334037"/>
            <a:ext cx="2566638" cy="2523963"/>
          </a:xfrm>
          <a:prstGeom prst="rect">
            <a:avLst/>
          </a:prstGeom>
        </p:spPr>
      </p:pic>
      <p:grpSp>
        <p:nvGrpSpPr>
          <p:cNvPr id="23" name="Groep 22">
            <a:extLst>
              <a:ext uri="{FF2B5EF4-FFF2-40B4-BE49-F238E27FC236}">
                <a16:creationId xmlns:a16="http://schemas.microsoft.com/office/drawing/2014/main" id="{3E8A8880-7730-431F-AE9A-DCBC5EAC42B7}"/>
              </a:ext>
            </a:extLst>
          </p:cNvPr>
          <p:cNvGrpSpPr/>
          <p:nvPr userDrawn="1"/>
        </p:nvGrpSpPr>
        <p:grpSpPr>
          <a:xfrm>
            <a:off x="-2172832" y="152630"/>
            <a:ext cx="2046443" cy="2135136"/>
            <a:chOff x="-2172832" y="1897500"/>
            <a:chExt cx="2046443" cy="2135136"/>
          </a:xfrm>
        </p:grpSpPr>
        <p:sp>
          <p:nvSpPr>
            <p:cNvPr id="25" name="Toelichting 2">
              <a:extLst>
                <a:ext uri="{FF2B5EF4-FFF2-40B4-BE49-F238E27FC236}">
                  <a16:creationId xmlns:a16="http://schemas.microsoft.com/office/drawing/2014/main" id="{9B34B3FE-E4AE-40DF-A09E-426A8F12D9BB}"/>
                </a:ext>
              </a:extLst>
            </p:cNvPr>
            <p:cNvSpPr txBox="1"/>
            <p:nvPr userDrawn="1"/>
          </p:nvSpPr>
          <p:spPr>
            <a:xfrm>
              <a:off x="-2172832" y="1897500"/>
              <a:ext cx="2046443" cy="1846659"/>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Nieuwe dia</a:t>
              </a:r>
              <a:endParaRPr lang="nl-NL" sz="1000" baseline="0" noProof="1">
                <a:solidFill>
                  <a:schemeClr val="accent2"/>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Klik op de </a:t>
              </a:r>
              <a:r>
                <a:rPr lang="nl-NL" sz="1000" b="1" baseline="0" noProof="1">
                  <a:solidFill>
                    <a:schemeClr val="tx1"/>
                  </a:solidFill>
                  <a:latin typeface="+mn-lt"/>
                  <a:cs typeface="Arial" panose="020B0604020202020204" pitchFamily="34" charset="0"/>
                </a:rPr>
                <a:t>Start</a:t>
              </a:r>
              <a:r>
                <a:rPr lang="nl-NL" sz="1000" baseline="0" noProof="1">
                  <a:solidFill>
                    <a:schemeClr val="tx1"/>
                  </a:solidFill>
                  <a:latin typeface="+mn-lt"/>
                  <a:cs typeface="Arial" panose="020B0604020202020204" pitchFamily="34" charset="0"/>
                </a:rPr>
                <a:t>-tab </a:t>
              </a:r>
              <a:r>
                <a:rPr lang="nl-NL" sz="1000" u="sng" baseline="0" noProof="1">
                  <a:solidFill>
                    <a:schemeClr val="tx1"/>
                  </a:solidFill>
                  <a:latin typeface="+mn-lt"/>
                  <a:cs typeface="Arial" panose="020B0604020202020204" pitchFamily="34" charset="0"/>
                </a:rPr>
                <a:t>op het tekstje onder </a:t>
              </a:r>
              <a:r>
                <a:rPr lang="nl-NL" sz="1000" baseline="0" noProof="1">
                  <a:solidFill>
                    <a:schemeClr val="tx1"/>
                  </a:solidFill>
                  <a:latin typeface="+mn-lt"/>
                  <a:cs typeface="Arial" panose="020B0604020202020204" pitchFamily="34" charset="0"/>
                </a:rPr>
                <a:t>het pictogram </a:t>
              </a:r>
              <a:r>
                <a:rPr lang="nl-NL" sz="1000" b="1" baseline="0" noProof="1">
                  <a:solidFill>
                    <a:schemeClr val="tx1"/>
                  </a:solidFill>
                  <a:latin typeface="+mn-lt"/>
                  <a:cs typeface="Arial" panose="020B0604020202020204" pitchFamily="34" charset="0"/>
                </a:rPr>
                <a:t>Nieuwe dia</a:t>
              </a:r>
              <a:r>
                <a:rPr lang="nl-NL" sz="1000" baseline="0" noProof="1">
                  <a:solidFill>
                    <a:schemeClr val="tx1"/>
                  </a:solidFill>
                  <a:latin typeface="+mn-lt"/>
                  <a:cs typeface="Arial" panose="020B0604020202020204" pitchFamily="34" charset="0"/>
                </a:rPr>
                <a:t>:</a:t>
              </a: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1" baseline="0" noProof="1">
                <a:solidFill>
                  <a:schemeClr val="tx1"/>
                </a:solidFill>
                <a:latin typeface="+mn-lt"/>
                <a:cs typeface="Arial" panose="020B0604020202020204" pitchFamily="34" charset="0"/>
              </a:endParaRPr>
            </a:p>
            <a:p>
              <a:pPr>
                <a:lnSpc>
                  <a:spcPct val="100000"/>
                </a:lnSpc>
              </a:pPr>
              <a:r>
                <a:rPr lang="nl-NL" sz="1000" b="1" baseline="0" noProof="1">
                  <a:solidFill>
                    <a:schemeClr val="accent2"/>
                  </a:solidFill>
                  <a:latin typeface="+mn-lt"/>
                  <a:cs typeface="Arial" panose="020B0604020202020204" pitchFamily="34" charset="0"/>
                </a:rPr>
                <a:t>Andere indeling voor huidige dia</a:t>
              </a:r>
            </a:p>
            <a:p>
              <a:pPr>
                <a:lnSpc>
                  <a:spcPct val="100000"/>
                </a:lnSpc>
              </a:pPr>
              <a:r>
                <a:rPr lang="nl-NL" sz="1000" b="0" baseline="0" noProof="1">
                  <a:solidFill>
                    <a:schemeClr val="tx1"/>
                  </a:solidFill>
                  <a:latin typeface="+mn-lt"/>
                  <a:cs typeface="Arial" panose="020B0604020202020204" pitchFamily="34" charset="0"/>
                </a:rPr>
                <a:t>Klik op de </a:t>
              </a:r>
              <a:r>
                <a:rPr lang="nl-NL" sz="1000" b="1" baseline="0" noProof="1">
                  <a:solidFill>
                    <a:schemeClr val="tx1"/>
                  </a:solidFill>
                  <a:latin typeface="+mn-lt"/>
                  <a:cs typeface="Arial" panose="020B0604020202020204" pitchFamily="34" charset="0"/>
                </a:rPr>
                <a:t>Start</a:t>
              </a:r>
              <a:r>
                <a:rPr lang="nl-NL" sz="1000" b="0" baseline="0" noProof="1">
                  <a:solidFill>
                    <a:schemeClr val="tx1"/>
                  </a:solidFill>
                  <a:latin typeface="+mn-lt"/>
                  <a:cs typeface="Arial" panose="020B0604020202020204" pitchFamily="34" charset="0"/>
                </a:rPr>
                <a:t>-tab op Indeling:</a:t>
              </a:r>
            </a:p>
          </p:txBody>
        </p:sp>
        <p:pic>
          <p:nvPicPr>
            <p:cNvPr id="26" name="Afbeelding 25">
              <a:extLst>
                <a:ext uri="{FF2B5EF4-FFF2-40B4-BE49-F238E27FC236}">
                  <a16:creationId xmlns:a16="http://schemas.microsoft.com/office/drawing/2014/main" id="{5143361C-5DF2-431A-B9F5-9276F414644D}"/>
                </a:ext>
              </a:extLst>
            </p:cNvPr>
            <p:cNvPicPr>
              <a:picLocks noChangeAspect="1"/>
            </p:cNvPicPr>
            <p:nvPr userDrawn="1"/>
          </p:nvPicPr>
          <p:blipFill>
            <a:blip r:embed="rId5"/>
            <a:stretch>
              <a:fillRect/>
            </a:stretch>
          </p:blipFill>
          <p:spPr>
            <a:xfrm>
              <a:off x="-1720819" y="2405204"/>
              <a:ext cx="514350" cy="762000"/>
            </a:xfrm>
            <a:prstGeom prst="rect">
              <a:avLst/>
            </a:prstGeom>
          </p:spPr>
        </p:pic>
        <p:sp>
          <p:nvSpPr>
            <p:cNvPr id="27" name="Pijl: links 26">
              <a:extLst>
                <a:ext uri="{FF2B5EF4-FFF2-40B4-BE49-F238E27FC236}">
                  <a16:creationId xmlns:a16="http://schemas.microsoft.com/office/drawing/2014/main" id="{2079E277-138B-4D33-A24B-0E7044E0F4FD}"/>
                </a:ext>
              </a:extLst>
            </p:cNvPr>
            <p:cNvSpPr/>
            <p:nvPr userDrawn="1"/>
          </p:nvSpPr>
          <p:spPr>
            <a:xfrm>
              <a:off x="-1249266" y="2906162"/>
              <a:ext cx="514350" cy="181070"/>
            </a:xfrm>
            <a:prstGeom prst="lef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nl-NL">
                <a:solidFill>
                  <a:schemeClr val="tx1"/>
                </a:solidFill>
              </a:endParaRPr>
            </a:p>
          </p:txBody>
        </p:sp>
        <p:pic>
          <p:nvPicPr>
            <p:cNvPr id="28" name="Afbeelding 27">
              <a:extLst>
                <a:ext uri="{FF2B5EF4-FFF2-40B4-BE49-F238E27FC236}">
                  <a16:creationId xmlns:a16="http://schemas.microsoft.com/office/drawing/2014/main" id="{EC6B0999-D8A9-4161-B730-BEA0100F8908}"/>
                </a:ext>
              </a:extLst>
            </p:cNvPr>
            <p:cNvPicPr>
              <a:picLocks noChangeAspect="1"/>
            </p:cNvPicPr>
            <p:nvPr userDrawn="1"/>
          </p:nvPicPr>
          <p:blipFill>
            <a:blip r:embed="rId6"/>
            <a:stretch>
              <a:fillRect/>
            </a:stretch>
          </p:blipFill>
          <p:spPr>
            <a:xfrm>
              <a:off x="-1730279" y="3784986"/>
              <a:ext cx="962025" cy="247650"/>
            </a:xfrm>
            <a:prstGeom prst="rect">
              <a:avLst/>
            </a:prstGeom>
          </p:spPr>
        </p:pic>
      </p:grpSp>
      <p:sp>
        <p:nvSpPr>
          <p:cNvPr id="29" name="Toelichting 2">
            <a:extLst>
              <a:ext uri="{FF2B5EF4-FFF2-40B4-BE49-F238E27FC236}">
                <a16:creationId xmlns:a16="http://schemas.microsoft.com/office/drawing/2014/main" id="{957417A6-5F27-48D9-B170-4BED8FE7BAA6}"/>
              </a:ext>
            </a:extLst>
          </p:cNvPr>
          <p:cNvSpPr txBox="1"/>
          <p:nvPr userDrawn="1"/>
        </p:nvSpPr>
        <p:spPr>
          <a:xfrm>
            <a:off x="-2172832" y="2500247"/>
            <a:ext cx="2141781" cy="4308872"/>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Licht of donker</a:t>
            </a:r>
          </a:p>
          <a:p>
            <a:pPr>
              <a:lnSpc>
                <a:spcPct val="100000"/>
              </a:lnSpc>
            </a:pPr>
            <a:r>
              <a:rPr lang="nl-NL" sz="1000" b="0" baseline="0" noProof="1">
                <a:solidFill>
                  <a:schemeClr val="tx1"/>
                </a:solidFill>
                <a:latin typeface="+mn-lt"/>
                <a:cs typeface="Arial" panose="020B0604020202020204" pitchFamily="34" charset="0"/>
              </a:rPr>
              <a:t>Deze template bevat twee ontwerpen: één met voornamelijk witte en één met voornamelijk donkergrijze achtergronden.</a:t>
            </a:r>
          </a:p>
          <a:p>
            <a:pPr>
              <a:lnSpc>
                <a:spcPct val="100000"/>
              </a:lnSpc>
            </a:pPr>
            <a:endParaRPr lang="nl-NL" sz="1000" b="0" baseline="0" noProof="1">
              <a:solidFill>
                <a:schemeClr val="tx1"/>
              </a:solidFill>
              <a:latin typeface="+mn-lt"/>
              <a:cs typeface="Arial" panose="020B0604020202020204" pitchFamily="34" charset="0"/>
            </a:endParaRPr>
          </a:p>
          <a:p>
            <a:pPr>
              <a:lnSpc>
                <a:spcPct val="100000"/>
              </a:lnSpc>
            </a:pPr>
            <a:r>
              <a:rPr lang="nl-NL" sz="1000" b="0" baseline="0" noProof="1">
                <a:solidFill>
                  <a:schemeClr val="tx1"/>
                </a:solidFill>
                <a:latin typeface="+mn-lt"/>
                <a:cs typeface="Arial" panose="020B0604020202020204" pitchFamily="34" charset="0"/>
              </a:rPr>
              <a:t>In de ruimte waar je presenteert kun je kiezen welke van de twee het prettigst is. Je kiest één van de twee ontwerpen als volgt:</a:t>
            </a: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Klik op tab </a:t>
            </a:r>
            <a:r>
              <a:rPr lang="nl-NL" sz="1000" b="1" baseline="0" noProof="1">
                <a:solidFill>
                  <a:schemeClr val="tx1"/>
                </a:solidFill>
                <a:latin typeface="+mn-lt"/>
                <a:cs typeface="Arial" panose="020B0604020202020204" pitchFamily="34" charset="0"/>
              </a:rPr>
              <a:t>Ontwerpen</a:t>
            </a: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Uiterst links staan de twee ontwerpen van InfoSupport:</a:t>
            </a: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Klik op het gewenste ontwerp.</a:t>
            </a: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Alle dia’s in je presentatie worden omgezet naar dat ontwerp.</a:t>
            </a:r>
          </a:p>
          <a:p>
            <a:pPr marL="0" indent="0">
              <a:lnSpc>
                <a:spcPct val="100000"/>
              </a:lnSpc>
              <a:buFont typeface="Arial" panose="020B0604020202020204" pitchFamily="34" charset="0"/>
              <a:buNone/>
            </a:pPr>
            <a:endParaRPr lang="nl-NL" sz="1000" b="0" i="1"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00" b="0" i="1" baseline="0" noProof="1">
                <a:solidFill>
                  <a:schemeClr val="tx1"/>
                </a:solidFill>
                <a:latin typeface="+mn-lt"/>
                <a:cs typeface="Arial" panose="020B0604020202020204" pitchFamily="34" charset="0"/>
              </a:rPr>
              <a:t>Let op: eventueel handmatig opgemaakte dia’s worden </a:t>
            </a:r>
            <a:r>
              <a:rPr lang="nl-NL" sz="1000" b="0" i="1" u="sng" baseline="0" noProof="1">
                <a:solidFill>
                  <a:schemeClr val="tx1"/>
                </a:solidFill>
                <a:latin typeface="+mn-lt"/>
                <a:cs typeface="Arial" panose="020B0604020202020204" pitchFamily="34" charset="0"/>
              </a:rPr>
              <a:t>niet</a:t>
            </a:r>
            <a:r>
              <a:rPr lang="nl-NL" sz="1000" b="0" i="1" baseline="0" noProof="1">
                <a:solidFill>
                  <a:schemeClr val="tx1"/>
                </a:solidFill>
                <a:latin typeface="+mn-lt"/>
                <a:cs typeface="Arial" panose="020B0604020202020204" pitchFamily="34" charset="0"/>
              </a:rPr>
              <a:t> omgezet.</a:t>
            </a:r>
          </a:p>
        </p:txBody>
      </p:sp>
      <p:pic>
        <p:nvPicPr>
          <p:cNvPr id="30" name="Afbeelding 29">
            <a:extLst>
              <a:ext uri="{FF2B5EF4-FFF2-40B4-BE49-F238E27FC236}">
                <a16:creationId xmlns:a16="http://schemas.microsoft.com/office/drawing/2014/main" id="{43CC7DDC-CD82-4FB1-8596-4110825613F0}"/>
              </a:ext>
            </a:extLst>
          </p:cNvPr>
          <p:cNvPicPr>
            <a:picLocks noChangeAspect="1"/>
          </p:cNvPicPr>
          <p:nvPr userDrawn="1"/>
        </p:nvPicPr>
        <p:blipFill>
          <a:blip r:embed="rId7"/>
          <a:stretch>
            <a:fillRect/>
          </a:stretch>
        </p:blipFill>
        <p:spPr>
          <a:xfrm>
            <a:off x="-2020432" y="4534453"/>
            <a:ext cx="1827354" cy="1067068"/>
          </a:xfrm>
          <a:prstGeom prst="rect">
            <a:avLst/>
          </a:prstGeom>
        </p:spPr>
      </p:pic>
    </p:spTree>
    <p:extLst>
      <p:ext uri="{BB962C8B-B14F-4D97-AF65-F5344CB8AC3E}">
        <p14:creationId xmlns:p14="http://schemas.microsoft.com/office/powerpoint/2010/main" val="4493966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eldia met donkere foto">
    <p:bg>
      <p:bgPr>
        <a:solidFill>
          <a:schemeClr val="bg1"/>
        </a:solidFill>
        <a:effectLst/>
      </p:bgPr>
    </p:bg>
    <p:spTree>
      <p:nvGrpSpPr>
        <p:cNvPr id="1" name=""/>
        <p:cNvGrpSpPr/>
        <p:nvPr/>
      </p:nvGrpSpPr>
      <p:grpSpPr>
        <a:xfrm>
          <a:off x="0" y="0"/>
          <a:ext cx="0" cy="0"/>
          <a:chOff x="0" y="0"/>
          <a:chExt cx="0" cy="0"/>
        </a:xfrm>
      </p:grpSpPr>
      <p:sp>
        <p:nvSpPr>
          <p:cNvPr id="22" name="Tijdelijke aanduiding voor afbeelding 21">
            <a:extLst>
              <a:ext uri="{FF2B5EF4-FFF2-40B4-BE49-F238E27FC236}">
                <a16:creationId xmlns:a16="http://schemas.microsoft.com/office/drawing/2014/main" id="{128520C4-8B76-4C22-9A16-F93551D3C168}"/>
              </a:ext>
            </a:extLst>
          </p:cNvPr>
          <p:cNvSpPr>
            <a:spLocks noGrp="1"/>
          </p:cNvSpPr>
          <p:nvPr>
            <p:ph type="pic" sz="quarter" idx="16"/>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66000 h 6858000"/>
              <a:gd name="connsiteX3" fmla="*/ 11400000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66000"/>
                </a:lnTo>
                <a:lnTo>
                  <a:pt x="11400000" y="6858000"/>
                </a:lnTo>
                <a:lnTo>
                  <a:pt x="0" y="6858000"/>
                </a:lnTo>
                <a:close/>
              </a:path>
            </a:pathLst>
          </a:custGeom>
          <a:solidFill>
            <a:srgbClr val="5F5F5F"/>
          </a:solidFill>
        </p:spPr>
        <p:txBody>
          <a:bodyPr wrap="square">
            <a:noAutofit/>
          </a:bodyPr>
          <a:lstStyle>
            <a:lvl1pPr marL="0" indent="0" algn="ctr">
              <a:lnSpc>
                <a:spcPct val="100000"/>
              </a:lnSpc>
              <a:buNone/>
              <a:defRPr>
                <a:solidFill>
                  <a:schemeClr val="bg1"/>
                </a:solidFill>
              </a:defRPr>
            </a:lvl1pPr>
          </a:lstStyle>
          <a:p>
            <a:endParaRPr lang="nl-NL" dirty="0"/>
          </a:p>
        </p:txBody>
      </p:sp>
      <p:sp>
        <p:nvSpPr>
          <p:cNvPr id="2" name="Titel 1">
            <a:extLst>
              <a:ext uri="{FF2B5EF4-FFF2-40B4-BE49-F238E27FC236}">
                <a16:creationId xmlns:a16="http://schemas.microsoft.com/office/drawing/2014/main" id="{D571307B-333B-4591-8BC7-DC50216CB4AA}"/>
              </a:ext>
            </a:extLst>
          </p:cNvPr>
          <p:cNvSpPr>
            <a:spLocks noGrp="1"/>
          </p:cNvSpPr>
          <p:nvPr>
            <p:ph type="ctrTitle"/>
          </p:nvPr>
        </p:nvSpPr>
        <p:spPr>
          <a:xfrm>
            <a:off x="792000" y="1324800"/>
            <a:ext cx="9648000" cy="1865600"/>
          </a:xfrm>
        </p:spPr>
        <p:txBody>
          <a:bodyPr anchor="t" anchorCtr="0"/>
          <a:lstStyle>
            <a:lvl1pPr algn="l">
              <a:defRPr sz="4700">
                <a:solidFill>
                  <a:schemeClr val="bg1"/>
                </a:solidFill>
              </a:defRPr>
            </a:lvl1pPr>
          </a:lstStyle>
          <a:p>
            <a:r>
              <a:rPr lang="nl-NL" dirty="0"/>
              <a:t>Klik om stijl te bewerken</a:t>
            </a:r>
          </a:p>
        </p:txBody>
      </p:sp>
      <p:sp>
        <p:nvSpPr>
          <p:cNvPr id="3" name="Ondertitel 2">
            <a:extLst>
              <a:ext uri="{FF2B5EF4-FFF2-40B4-BE49-F238E27FC236}">
                <a16:creationId xmlns:a16="http://schemas.microsoft.com/office/drawing/2014/main" id="{CE0477F3-851B-4CC7-8C61-61E6ABC6C330}"/>
              </a:ext>
            </a:extLst>
          </p:cNvPr>
          <p:cNvSpPr>
            <a:spLocks noGrp="1"/>
          </p:cNvSpPr>
          <p:nvPr>
            <p:ph type="subTitle" idx="1"/>
          </p:nvPr>
        </p:nvSpPr>
        <p:spPr>
          <a:xfrm>
            <a:off x="792000" y="3712400"/>
            <a:ext cx="9648000" cy="1545400"/>
          </a:xfrm>
        </p:spPr>
        <p:txBody>
          <a:bodyPr/>
          <a:lstStyle>
            <a:lvl1pPr marL="0" indent="0" algn="l">
              <a:lnSpc>
                <a:spcPct val="105000"/>
              </a:lnSpc>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Klikken om de ondertitelstijl van het model te bewerken</a:t>
            </a:r>
          </a:p>
        </p:txBody>
      </p:sp>
      <p:sp>
        <p:nvSpPr>
          <p:cNvPr id="9" name="Tijdelijke aanduiding voor tekst 8">
            <a:extLst>
              <a:ext uri="{FF2B5EF4-FFF2-40B4-BE49-F238E27FC236}">
                <a16:creationId xmlns:a16="http://schemas.microsoft.com/office/drawing/2014/main" id="{0CD97FCA-990D-428D-B8B1-866C08E2C5F9}"/>
              </a:ext>
            </a:extLst>
          </p:cNvPr>
          <p:cNvSpPr>
            <a:spLocks noGrp="1"/>
          </p:cNvSpPr>
          <p:nvPr>
            <p:ph type="body" sz="quarter" idx="17" hasCustomPrompt="1"/>
          </p:nvPr>
        </p:nvSpPr>
        <p:spPr>
          <a:xfrm>
            <a:off x="792000" y="892800"/>
            <a:ext cx="266400" cy="223200"/>
          </a:xfrm>
          <a:blipFill dpi="0" rotWithShape="1">
            <a:blip r:embed="rId2"/>
            <a:srcRect/>
            <a:stretch>
              <a:fillRect/>
            </a:stretch>
          </a:blipFill>
        </p:spPr>
        <p:txBody>
          <a:bodyPr>
            <a:normAutofit/>
          </a:bodyPr>
          <a:lstStyle>
            <a:lvl1pPr marL="0" indent="0" algn="l">
              <a:lnSpc>
                <a:spcPct val="100000"/>
              </a:lnSpc>
              <a:buNone/>
              <a:defRPr sz="100">
                <a:solidFill>
                  <a:schemeClr val="bg1"/>
                </a:solidFill>
              </a:defRPr>
            </a:lvl1pPr>
            <a:lvl2pPr>
              <a:defRPr sz="100">
                <a:solidFill>
                  <a:schemeClr val="bg1"/>
                </a:solidFill>
              </a:defRPr>
            </a:lvl2pPr>
            <a:lvl3pPr>
              <a:defRPr sz="100">
                <a:solidFill>
                  <a:schemeClr val="bg1"/>
                </a:solidFill>
              </a:defRPr>
            </a:lvl3pPr>
            <a:lvl4pPr>
              <a:defRPr sz="100">
                <a:solidFill>
                  <a:schemeClr val="bg1"/>
                </a:solidFill>
              </a:defRPr>
            </a:lvl4pPr>
            <a:lvl5pPr>
              <a:defRPr sz="100">
                <a:solidFill>
                  <a:schemeClr val="bg1"/>
                </a:solidFill>
              </a:defRPr>
            </a:lvl5pPr>
          </a:lstStyle>
          <a:p>
            <a:pPr lvl="0"/>
            <a:r>
              <a:rPr lang="nl-NL" dirty="0"/>
              <a:t> </a:t>
            </a:r>
          </a:p>
        </p:txBody>
      </p:sp>
      <p:sp>
        <p:nvSpPr>
          <p:cNvPr id="14" name="Tijdelijke aanduiding voor tekst 13">
            <a:extLst>
              <a:ext uri="{FF2B5EF4-FFF2-40B4-BE49-F238E27FC236}">
                <a16:creationId xmlns:a16="http://schemas.microsoft.com/office/drawing/2014/main" id="{ACDA0D89-AC29-4AF7-A2B0-B1C1CD4F1403}"/>
              </a:ext>
            </a:extLst>
          </p:cNvPr>
          <p:cNvSpPr>
            <a:spLocks noGrp="1"/>
          </p:cNvSpPr>
          <p:nvPr>
            <p:ph type="body" sz="quarter" idx="18" hasCustomPrompt="1"/>
          </p:nvPr>
        </p:nvSpPr>
        <p:spPr>
          <a:xfrm>
            <a:off x="792000" y="5860800"/>
            <a:ext cx="1558800" cy="475200"/>
          </a:xfrm>
          <a:blipFill>
            <a:blip r:embed="rId3"/>
            <a:stretch>
              <a:fillRect/>
            </a:stretch>
          </a:blipFill>
        </p:spPr>
        <p:txBody>
          <a:bodyPr>
            <a:normAutofit/>
          </a:bodyPr>
          <a:lstStyle>
            <a:lvl1pPr marL="0" indent="0">
              <a:buNone/>
              <a:defRPr sz="100">
                <a:solidFill>
                  <a:schemeClr val="accent5"/>
                </a:solidFill>
              </a:defRPr>
            </a:lvl1pPr>
          </a:lstStyle>
          <a:p>
            <a:pPr lvl="0"/>
            <a:r>
              <a:rPr lang="nl-NL" dirty="0"/>
              <a:t> </a:t>
            </a:r>
          </a:p>
        </p:txBody>
      </p:sp>
      <p:sp>
        <p:nvSpPr>
          <p:cNvPr id="24" name="Toelichting 2">
            <a:extLst>
              <a:ext uri="{FF2B5EF4-FFF2-40B4-BE49-F238E27FC236}">
                <a16:creationId xmlns:a16="http://schemas.microsoft.com/office/drawing/2014/main" id="{A25424A8-6ADE-4C80-B106-497161FBD436}"/>
              </a:ext>
            </a:extLst>
          </p:cNvPr>
          <p:cNvSpPr txBox="1"/>
          <p:nvPr userDrawn="1"/>
        </p:nvSpPr>
        <p:spPr>
          <a:xfrm>
            <a:off x="12358572" y="3201792"/>
            <a:ext cx="2031009" cy="3554819"/>
          </a:xfrm>
          <a:prstGeom prst="rect">
            <a:avLst/>
          </a:prstGeom>
          <a:noFill/>
        </p:spPr>
        <p:txBody>
          <a:bodyPr wrap="square" lIns="0" tIns="0" rIns="0" bIns="0" rtlCol="0">
            <a:spAutoFit/>
          </a:bodyPr>
          <a:lstStyle/>
          <a:p>
            <a:pPr>
              <a:lnSpc>
                <a:spcPct val="100000"/>
              </a:lnSpc>
            </a:pPr>
            <a:r>
              <a:rPr lang="nl-NL" sz="1050" b="1" baseline="0" noProof="1">
                <a:solidFill>
                  <a:schemeClr val="tx2"/>
                </a:solidFill>
                <a:latin typeface="+mn-lt"/>
                <a:cs typeface="Arial" panose="020B0604020202020204" pitchFamily="34" charset="0"/>
              </a:rPr>
              <a:t>Foto instellen</a:t>
            </a:r>
          </a:p>
          <a:p>
            <a:pPr>
              <a:lnSpc>
                <a:spcPct val="100000"/>
              </a:lnSpc>
            </a:pPr>
            <a:r>
              <a:rPr lang="nl-NL" sz="1050" baseline="0" noProof="1">
                <a:solidFill>
                  <a:schemeClr val="tx1"/>
                </a:solidFill>
                <a:latin typeface="+mn-lt"/>
                <a:cs typeface="Arial" panose="020B0604020202020204" pitchFamily="34" charset="0"/>
              </a:rPr>
              <a:t>Het fotokader wordt altijd vanuit het midden van de gekozen foto gevuld. </a:t>
            </a:r>
          </a:p>
          <a:p>
            <a:pPr>
              <a:lnSpc>
                <a:spcPct val="100000"/>
              </a:lnSpc>
            </a:pPr>
            <a:endParaRPr lang="nl-NL" sz="1050" baseline="0" noProof="1">
              <a:solidFill>
                <a:schemeClr val="tx1"/>
              </a:solidFill>
              <a:latin typeface="+mn-lt"/>
              <a:cs typeface="Arial" panose="020B0604020202020204" pitchFamily="34" charset="0"/>
            </a:endParaRPr>
          </a:p>
          <a:p>
            <a:pPr>
              <a:lnSpc>
                <a:spcPct val="100000"/>
              </a:lnSpc>
            </a:pPr>
            <a:r>
              <a:rPr lang="nl-NL" sz="1050" b="0" i="0" u="none" baseline="0" noProof="1">
                <a:solidFill>
                  <a:schemeClr val="tx1"/>
                </a:solidFill>
                <a:latin typeface="+mn-lt"/>
                <a:cs typeface="Arial" panose="020B0604020202020204" pitchFamily="34" charset="0"/>
              </a:rPr>
              <a:t>Als je een ander gedeelte van de foto wilt zien, gebruik je de functie ‘bijsnijden’:</a:t>
            </a:r>
          </a:p>
          <a:p>
            <a:pPr marL="200699" indent="-200699">
              <a:lnSpc>
                <a:spcPct val="100000"/>
              </a:lnSpc>
              <a:buFont typeface="Arial" panose="020B0604020202020204" pitchFamily="34" charset="0"/>
              <a:buChar char="•"/>
            </a:pPr>
            <a:r>
              <a:rPr lang="nl-NL" sz="1050" b="0" i="0" u="none" baseline="0" noProof="1">
                <a:solidFill>
                  <a:schemeClr val="tx1"/>
                </a:solidFill>
                <a:latin typeface="+mn-lt"/>
                <a:cs typeface="Arial" panose="020B0604020202020204" pitchFamily="34" charset="0"/>
              </a:rPr>
              <a:t>Selecteer de foto op de dia; het kader wordt vierkant weergegeven</a:t>
            </a:r>
          </a:p>
          <a:p>
            <a:pPr marL="200699" indent="-200699">
              <a:lnSpc>
                <a:spcPct val="100000"/>
              </a:lnSpc>
              <a:buFont typeface="Arial" panose="020B0604020202020204" pitchFamily="34" charset="0"/>
              <a:buChar char="•"/>
            </a:pPr>
            <a:r>
              <a:rPr lang="nl-NL" sz="1050" b="0" i="0" u="none" baseline="0" noProof="1">
                <a:solidFill>
                  <a:schemeClr val="tx1"/>
                </a:solidFill>
                <a:latin typeface="+mn-lt"/>
                <a:cs typeface="Arial" panose="020B0604020202020204" pitchFamily="34" charset="0"/>
              </a:rPr>
              <a:t>Op tab </a:t>
            </a:r>
            <a:r>
              <a:rPr lang="nl-NL" sz="1050" b="1" i="0" u="none" baseline="0" noProof="1">
                <a:solidFill>
                  <a:schemeClr val="tx1"/>
                </a:solidFill>
                <a:latin typeface="+mn-lt"/>
                <a:cs typeface="Arial" panose="020B0604020202020204" pitchFamily="34" charset="0"/>
              </a:rPr>
              <a:t>Hulpmiddelen voor tekenen / Opmaak</a:t>
            </a:r>
            <a:r>
              <a:rPr lang="nl-NL" sz="1050" b="0" i="0" u="none" baseline="0" noProof="1">
                <a:solidFill>
                  <a:schemeClr val="tx1"/>
                </a:solidFill>
                <a:latin typeface="+mn-lt"/>
                <a:cs typeface="Arial" panose="020B0604020202020204" pitchFamily="34" charset="0"/>
              </a:rPr>
              <a:t>: klik op </a:t>
            </a:r>
            <a:r>
              <a:rPr lang="nl-NL" sz="1050" b="1" i="0" u="none" baseline="0" noProof="1">
                <a:solidFill>
                  <a:schemeClr val="tx1"/>
                </a:solidFill>
                <a:latin typeface="+mn-lt"/>
                <a:cs typeface="Arial" panose="020B0604020202020204" pitchFamily="34" charset="0"/>
              </a:rPr>
              <a:t>Bijsnijden</a:t>
            </a:r>
            <a:r>
              <a:rPr lang="nl-NL" sz="1050" b="0" i="0" u="none" baseline="0" noProof="1">
                <a:solidFill>
                  <a:schemeClr val="tx1"/>
                </a:solidFill>
                <a:latin typeface="+mn-lt"/>
                <a:cs typeface="Arial" panose="020B0604020202020204" pitchFamily="34" charset="0"/>
              </a:rPr>
              <a:t>.</a:t>
            </a:r>
          </a:p>
          <a:p>
            <a:pPr marL="200699" indent="-200699">
              <a:lnSpc>
                <a:spcPct val="100000"/>
              </a:lnSpc>
              <a:buFont typeface="Arial" panose="020B0604020202020204" pitchFamily="34" charset="0"/>
              <a:buChar char="•"/>
            </a:pPr>
            <a:r>
              <a:rPr lang="nl-NL" sz="1050" b="0" i="0" u="none" baseline="0" noProof="1">
                <a:solidFill>
                  <a:schemeClr val="tx1"/>
                </a:solidFill>
                <a:latin typeface="+mn-lt"/>
                <a:cs typeface="Arial" panose="020B0604020202020204" pitchFamily="34" charset="0"/>
              </a:rPr>
              <a:t>Nu kun je de foto bewegen en daarmee het gewenste deel in beeld schuiven. Ook kun je de foto vergroten/verkleinen door met de greepjes in de hoeken te slepen.</a:t>
            </a:r>
          </a:p>
          <a:p>
            <a:pPr marL="200699" indent="-200699">
              <a:lnSpc>
                <a:spcPct val="100000"/>
              </a:lnSpc>
              <a:buFont typeface="Arial" panose="020B0604020202020204" pitchFamily="34" charset="0"/>
              <a:buChar char="•"/>
            </a:pPr>
            <a:r>
              <a:rPr lang="nl-NL" sz="1050" b="0" i="0" u="none" baseline="0" noProof="1">
                <a:solidFill>
                  <a:schemeClr val="tx1"/>
                </a:solidFill>
                <a:latin typeface="+mn-lt"/>
                <a:cs typeface="Arial" panose="020B0604020202020204" pitchFamily="34" charset="0"/>
              </a:rPr>
              <a:t>Klik naast het kader om de bijsnijden-functie te verlaten.</a:t>
            </a:r>
          </a:p>
        </p:txBody>
      </p:sp>
      <p:sp>
        <p:nvSpPr>
          <p:cNvPr id="25" name="Toelichting 2">
            <a:extLst>
              <a:ext uri="{FF2B5EF4-FFF2-40B4-BE49-F238E27FC236}">
                <a16:creationId xmlns:a16="http://schemas.microsoft.com/office/drawing/2014/main" id="{BA9CD39E-B253-4330-9459-D93654698BBF}"/>
              </a:ext>
            </a:extLst>
          </p:cNvPr>
          <p:cNvSpPr txBox="1"/>
          <p:nvPr userDrawn="1"/>
        </p:nvSpPr>
        <p:spPr>
          <a:xfrm>
            <a:off x="12358572" y="0"/>
            <a:ext cx="2031009" cy="3070071"/>
          </a:xfrm>
          <a:prstGeom prst="rect">
            <a:avLst/>
          </a:prstGeom>
          <a:noFill/>
        </p:spPr>
        <p:txBody>
          <a:bodyPr wrap="square" lIns="0" tIns="0" rIns="0" bIns="0" rtlCol="0">
            <a:spAutoFit/>
          </a:bodyPr>
          <a:lstStyle/>
          <a:p>
            <a:pPr>
              <a:lnSpc>
                <a:spcPct val="100000"/>
              </a:lnSpc>
            </a:pPr>
            <a:r>
              <a:rPr lang="nl-NL" sz="1050" b="1" baseline="0" noProof="1">
                <a:solidFill>
                  <a:schemeClr val="tx2"/>
                </a:solidFill>
                <a:latin typeface="+mn-lt"/>
                <a:cs typeface="Arial" panose="020B0604020202020204" pitchFamily="34" charset="0"/>
              </a:rPr>
              <a:t>Dia herstellen</a:t>
            </a:r>
          </a:p>
          <a:p>
            <a:pPr marL="0" indent="0">
              <a:lnSpc>
                <a:spcPct val="100000"/>
              </a:lnSpc>
              <a:buFont typeface="Arial" panose="020B0604020202020204" pitchFamily="34" charset="0"/>
              <a:buNone/>
            </a:pPr>
            <a:r>
              <a:rPr lang="nl-NL" sz="1050" b="0" i="0" u="none" baseline="0" noProof="1">
                <a:solidFill>
                  <a:schemeClr val="tx1"/>
                </a:solidFill>
                <a:latin typeface="+mn-lt"/>
                <a:cs typeface="Arial" panose="020B0604020202020204" pitchFamily="34" charset="0"/>
              </a:rPr>
              <a:t>Als de elementen niet (meer) op de juiste manier (over elkaar) liggen kun je de dia-indeling herstellen:</a:t>
            </a:r>
          </a:p>
          <a:p>
            <a:pPr marL="200699" indent="-200699">
              <a:lnSpc>
                <a:spcPct val="100000"/>
              </a:lnSpc>
              <a:buFont typeface="Arial" panose="020B0604020202020204" pitchFamily="34" charset="0"/>
              <a:buChar char="•"/>
            </a:pPr>
            <a:r>
              <a:rPr lang="nl-NL" sz="1050" b="0" i="0" u="none" baseline="0" noProof="1">
                <a:solidFill>
                  <a:schemeClr val="tx1"/>
                </a:solidFill>
                <a:latin typeface="+mn-lt"/>
                <a:cs typeface="Arial" panose="020B0604020202020204" pitchFamily="34" charset="0"/>
              </a:rPr>
              <a:t>Op tab </a:t>
            </a:r>
            <a:r>
              <a:rPr lang="nl-NL" sz="1050" b="1" i="0" u="none" baseline="0" noProof="1">
                <a:solidFill>
                  <a:schemeClr val="tx1"/>
                </a:solidFill>
                <a:latin typeface="+mn-lt"/>
                <a:cs typeface="Arial" panose="020B0604020202020204" pitchFamily="34" charset="0"/>
              </a:rPr>
              <a:t>Start</a:t>
            </a:r>
            <a:r>
              <a:rPr lang="nl-NL" sz="1050" b="0" i="0" u="none" baseline="0" noProof="1">
                <a:solidFill>
                  <a:schemeClr val="tx1"/>
                </a:solidFill>
                <a:latin typeface="+mn-lt"/>
                <a:cs typeface="Arial" panose="020B0604020202020204" pitchFamily="34" charset="0"/>
              </a:rPr>
              <a:t>:</a:t>
            </a:r>
            <a:r>
              <a:rPr lang="nl-NL" sz="1050" b="1" i="0" u="none" baseline="0" noProof="1">
                <a:solidFill>
                  <a:schemeClr val="tx1"/>
                </a:solidFill>
                <a:latin typeface="+mn-lt"/>
                <a:cs typeface="Arial" panose="020B0604020202020204" pitchFamily="34" charset="0"/>
              </a:rPr>
              <a:t> </a:t>
            </a:r>
            <a:r>
              <a:rPr lang="nl-NL" sz="1050" b="0" i="0" u="none" baseline="0" noProof="1">
                <a:solidFill>
                  <a:schemeClr val="tx1"/>
                </a:solidFill>
                <a:latin typeface="+mn-lt"/>
                <a:cs typeface="Arial" panose="020B0604020202020204" pitchFamily="34" charset="0"/>
              </a:rPr>
              <a:t>klik op </a:t>
            </a:r>
            <a:r>
              <a:rPr lang="nl-NL" sz="1050" b="1" i="0" u="none" baseline="0" noProof="1">
                <a:solidFill>
                  <a:schemeClr val="tx1"/>
                </a:solidFill>
                <a:latin typeface="+mn-lt"/>
                <a:cs typeface="Arial" panose="020B0604020202020204" pitchFamily="34" charset="0"/>
              </a:rPr>
              <a:t>Opnieuw instellen</a:t>
            </a:r>
            <a:r>
              <a:rPr lang="nl-NL" sz="1050" b="0" i="0" u="none" baseline="0" noProof="1">
                <a:solidFill>
                  <a:schemeClr val="tx1"/>
                </a:solidFill>
                <a:latin typeface="+mn-lt"/>
                <a:cs typeface="Arial" panose="020B0604020202020204" pitchFamily="34" charset="0"/>
              </a:rPr>
              <a:t>.</a:t>
            </a:r>
          </a:p>
          <a:p>
            <a:pPr marL="0" indent="0">
              <a:lnSpc>
                <a:spcPct val="100000"/>
              </a:lnSpc>
              <a:buFont typeface="Arial" panose="020B0604020202020204" pitchFamily="34" charset="0"/>
              <a:buNone/>
            </a:pPr>
            <a:endParaRPr lang="nl-NL" sz="1050" b="0" i="0" u="none"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50" b="0" i="0" u="none" baseline="0" noProof="1">
                <a:solidFill>
                  <a:schemeClr val="tx1"/>
                </a:solidFill>
                <a:latin typeface="+mn-lt"/>
                <a:cs typeface="Arial" panose="020B0604020202020204" pitchFamily="34" charset="0"/>
              </a:rPr>
              <a:t>Helaas moet je hierna eventuele ‘bijsnijdingen’ opnieuw instellen.</a:t>
            </a:r>
          </a:p>
          <a:p>
            <a:pPr marL="0" marR="0" lvl="0" indent="0" algn="l" defTabSz="1070397"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050" b="0" i="0" u="none" baseline="0" noProof="1">
                <a:solidFill>
                  <a:schemeClr val="tx1"/>
                </a:solidFill>
                <a:latin typeface="+mn-lt"/>
                <a:cs typeface="Arial" panose="020B0604020202020204" pitchFamily="34" charset="0"/>
              </a:rPr>
              <a:t>Je kunt dit voorkomen door de bijsnijdingen eerst te verwijderen: </a:t>
            </a:r>
          </a:p>
          <a:p>
            <a:pPr marL="200699" marR="0" lvl="0" indent="-200699" algn="l" defTabSz="107039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050" b="0" i="0" u="none" baseline="0" noProof="1">
                <a:solidFill>
                  <a:schemeClr val="tx1"/>
                </a:solidFill>
                <a:latin typeface="+mn-lt"/>
                <a:cs typeface="Arial" panose="020B0604020202020204" pitchFamily="34" charset="0"/>
              </a:rPr>
              <a:t>Selecteer de foto. </a:t>
            </a:r>
          </a:p>
          <a:p>
            <a:pPr marL="200699" marR="0" lvl="0" indent="-200699" algn="l" defTabSz="107039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050" b="0" i="0" u="none" baseline="0" noProof="1">
                <a:solidFill>
                  <a:schemeClr val="tx1"/>
                </a:solidFill>
                <a:latin typeface="+mn-lt"/>
                <a:cs typeface="Arial" panose="020B0604020202020204" pitchFamily="34" charset="0"/>
              </a:rPr>
              <a:t>Op tab </a:t>
            </a:r>
            <a:r>
              <a:rPr lang="nl-NL" sz="1050" b="1" i="0" u="none" baseline="0" noProof="1">
                <a:solidFill>
                  <a:schemeClr val="tx1"/>
                </a:solidFill>
                <a:latin typeface="+mn-lt"/>
                <a:cs typeface="Arial" panose="020B0604020202020204" pitchFamily="34" charset="0"/>
              </a:rPr>
              <a:t>Hulpmiddelen voor tekenen / Opmaak</a:t>
            </a:r>
            <a:r>
              <a:rPr lang="nl-NL" sz="1050" b="0" i="0" u="none" baseline="0" noProof="1">
                <a:solidFill>
                  <a:schemeClr val="tx1"/>
                </a:solidFill>
                <a:latin typeface="+mn-lt"/>
                <a:cs typeface="Arial" panose="020B0604020202020204" pitchFamily="34" charset="0"/>
              </a:rPr>
              <a:t>: klik op </a:t>
            </a:r>
            <a:r>
              <a:rPr lang="nl-NL" sz="1050" b="1" i="0" u="none" baseline="0" noProof="1">
                <a:solidFill>
                  <a:schemeClr val="tx1"/>
                </a:solidFill>
                <a:latin typeface="+mn-lt"/>
                <a:cs typeface="Arial" panose="020B0604020202020204" pitchFamily="34" charset="0"/>
              </a:rPr>
              <a:t>Afbeeldingen comprimeren</a:t>
            </a:r>
            <a:r>
              <a:rPr lang="nl-NL" sz="1050" b="0" i="0" u="none" baseline="0" noProof="1">
                <a:solidFill>
                  <a:schemeClr val="tx1"/>
                </a:solidFill>
                <a:latin typeface="+mn-lt"/>
                <a:cs typeface="Arial" panose="020B0604020202020204" pitchFamily="34" charset="0"/>
              </a:rPr>
              <a:t> en selecteer </a:t>
            </a:r>
            <a:r>
              <a:rPr lang="nl-NL" sz="1050" b="1" i="0" u="none" baseline="0" noProof="1">
                <a:solidFill>
                  <a:schemeClr val="tx1"/>
                </a:solidFill>
                <a:latin typeface="+mn-lt"/>
                <a:cs typeface="Arial" panose="020B0604020202020204" pitchFamily="34" charset="0"/>
              </a:rPr>
              <a:t>Bijgesneden gebieden van afbeeldingen verwijderen</a:t>
            </a:r>
            <a:r>
              <a:rPr lang="nl-NL" sz="1050" b="0" i="0" u="none" baseline="0" noProof="1">
                <a:solidFill>
                  <a:schemeClr val="tx1"/>
                </a:solidFill>
                <a:latin typeface="+mn-lt"/>
                <a:cs typeface="Arial" panose="020B0604020202020204" pitchFamily="34" charset="0"/>
              </a:rPr>
              <a:t>.</a:t>
            </a:r>
          </a:p>
        </p:txBody>
      </p:sp>
      <p:grpSp>
        <p:nvGrpSpPr>
          <p:cNvPr id="28" name="Groep 27">
            <a:extLst>
              <a:ext uri="{FF2B5EF4-FFF2-40B4-BE49-F238E27FC236}">
                <a16:creationId xmlns:a16="http://schemas.microsoft.com/office/drawing/2014/main" id="{07029A24-C4D9-4030-9EB9-B0AC9C928DD2}"/>
              </a:ext>
            </a:extLst>
          </p:cNvPr>
          <p:cNvGrpSpPr/>
          <p:nvPr userDrawn="1"/>
        </p:nvGrpSpPr>
        <p:grpSpPr>
          <a:xfrm>
            <a:off x="-2172832" y="152630"/>
            <a:ext cx="2046443" cy="2135136"/>
            <a:chOff x="-2172832" y="1897500"/>
            <a:chExt cx="2046443" cy="2135136"/>
          </a:xfrm>
        </p:grpSpPr>
        <p:sp>
          <p:nvSpPr>
            <p:cNvPr id="29" name="Toelichting 2">
              <a:extLst>
                <a:ext uri="{FF2B5EF4-FFF2-40B4-BE49-F238E27FC236}">
                  <a16:creationId xmlns:a16="http://schemas.microsoft.com/office/drawing/2014/main" id="{AA8F4D99-C6D1-4E3C-BCE8-1443EF8F17CE}"/>
                </a:ext>
              </a:extLst>
            </p:cNvPr>
            <p:cNvSpPr txBox="1"/>
            <p:nvPr userDrawn="1"/>
          </p:nvSpPr>
          <p:spPr>
            <a:xfrm>
              <a:off x="-2172832" y="1897500"/>
              <a:ext cx="2046443" cy="1846659"/>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Nieuwe dia</a:t>
              </a:r>
              <a:endParaRPr lang="nl-NL" sz="1000" baseline="0" noProof="1">
                <a:solidFill>
                  <a:schemeClr val="accent2"/>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Klik op de </a:t>
              </a:r>
              <a:r>
                <a:rPr lang="nl-NL" sz="1000" b="1" baseline="0" noProof="1">
                  <a:solidFill>
                    <a:schemeClr val="tx1"/>
                  </a:solidFill>
                  <a:latin typeface="+mn-lt"/>
                  <a:cs typeface="Arial" panose="020B0604020202020204" pitchFamily="34" charset="0"/>
                </a:rPr>
                <a:t>Start</a:t>
              </a:r>
              <a:r>
                <a:rPr lang="nl-NL" sz="1000" baseline="0" noProof="1">
                  <a:solidFill>
                    <a:schemeClr val="tx1"/>
                  </a:solidFill>
                  <a:latin typeface="+mn-lt"/>
                  <a:cs typeface="Arial" panose="020B0604020202020204" pitchFamily="34" charset="0"/>
                </a:rPr>
                <a:t>-tab </a:t>
              </a:r>
              <a:r>
                <a:rPr lang="nl-NL" sz="1000" u="sng" baseline="0" noProof="1">
                  <a:solidFill>
                    <a:schemeClr val="tx1"/>
                  </a:solidFill>
                  <a:latin typeface="+mn-lt"/>
                  <a:cs typeface="Arial" panose="020B0604020202020204" pitchFamily="34" charset="0"/>
                </a:rPr>
                <a:t>op het tekstje onder </a:t>
              </a:r>
              <a:r>
                <a:rPr lang="nl-NL" sz="1000" baseline="0" noProof="1">
                  <a:solidFill>
                    <a:schemeClr val="tx1"/>
                  </a:solidFill>
                  <a:latin typeface="+mn-lt"/>
                  <a:cs typeface="Arial" panose="020B0604020202020204" pitchFamily="34" charset="0"/>
                </a:rPr>
                <a:t>het pictogram </a:t>
              </a:r>
              <a:r>
                <a:rPr lang="nl-NL" sz="1000" b="1" baseline="0" noProof="1">
                  <a:solidFill>
                    <a:schemeClr val="tx1"/>
                  </a:solidFill>
                  <a:latin typeface="+mn-lt"/>
                  <a:cs typeface="Arial" panose="020B0604020202020204" pitchFamily="34" charset="0"/>
                </a:rPr>
                <a:t>Nieuwe dia</a:t>
              </a:r>
              <a:r>
                <a:rPr lang="nl-NL" sz="1000" baseline="0" noProof="1">
                  <a:solidFill>
                    <a:schemeClr val="tx1"/>
                  </a:solidFill>
                  <a:latin typeface="+mn-lt"/>
                  <a:cs typeface="Arial" panose="020B0604020202020204" pitchFamily="34" charset="0"/>
                </a:rPr>
                <a:t>:</a:t>
              </a: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1" baseline="0" noProof="1">
                <a:solidFill>
                  <a:schemeClr val="tx1"/>
                </a:solidFill>
                <a:latin typeface="+mn-lt"/>
                <a:cs typeface="Arial" panose="020B0604020202020204" pitchFamily="34" charset="0"/>
              </a:endParaRPr>
            </a:p>
            <a:p>
              <a:pPr>
                <a:lnSpc>
                  <a:spcPct val="100000"/>
                </a:lnSpc>
              </a:pPr>
              <a:r>
                <a:rPr lang="nl-NL" sz="1000" b="1" baseline="0" noProof="1">
                  <a:solidFill>
                    <a:schemeClr val="accent2"/>
                  </a:solidFill>
                  <a:latin typeface="+mn-lt"/>
                  <a:cs typeface="Arial" panose="020B0604020202020204" pitchFamily="34" charset="0"/>
                </a:rPr>
                <a:t>Andere indeling voor huidige dia</a:t>
              </a:r>
            </a:p>
            <a:p>
              <a:pPr>
                <a:lnSpc>
                  <a:spcPct val="100000"/>
                </a:lnSpc>
              </a:pPr>
              <a:r>
                <a:rPr lang="nl-NL" sz="1000" b="0" baseline="0" noProof="1">
                  <a:solidFill>
                    <a:schemeClr val="tx1"/>
                  </a:solidFill>
                  <a:latin typeface="+mn-lt"/>
                  <a:cs typeface="Arial" panose="020B0604020202020204" pitchFamily="34" charset="0"/>
                </a:rPr>
                <a:t>Klik op de </a:t>
              </a:r>
              <a:r>
                <a:rPr lang="nl-NL" sz="1000" b="1" baseline="0" noProof="1">
                  <a:solidFill>
                    <a:schemeClr val="tx1"/>
                  </a:solidFill>
                  <a:latin typeface="+mn-lt"/>
                  <a:cs typeface="Arial" panose="020B0604020202020204" pitchFamily="34" charset="0"/>
                </a:rPr>
                <a:t>Start</a:t>
              </a:r>
              <a:r>
                <a:rPr lang="nl-NL" sz="1000" b="0" baseline="0" noProof="1">
                  <a:solidFill>
                    <a:schemeClr val="tx1"/>
                  </a:solidFill>
                  <a:latin typeface="+mn-lt"/>
                  <a:cs typeface="Arial" panose="020B0604020202020204" pitchFamily="34" charset="0"/>
                </a:rPr>
                <a:t>-tab op Indeling:</a:t>
              </a:r>
            </a:p>
          </p:txBody>
        </p:sp>
        <p:pic>
          <p:nvPicPr>
            <p:cNvPr id="30" name="Afbeelding 29">
              <a:extLst>
                <a:ext uri="{FF2B5EF4-FFF2-40B4-BE49-F238E27FC236}">
                  <a16:creationId xmlns:a16="http://schemas.microsoft.com/office/drawing/2014/main" id="{0430BE02-109A-4EEF-86E9-08F08B9A5B00}"/>
                </a:ext>
              </a:extLst>
            </p:cNvPr>
            <p:cNvPicPr>
              <a:picLocks noChangeAspect="1"/>
            </p:cNvPicPr>
            <p:nvPr userDrawn="1"/>
          </p:nvPicPr>
          <p:blipFill>
            <a:blip r:embed="rId4"/>
            <a:stretch>
              <a:fillRect/>
            </a:stretch>
          </p:blipFill>
          <p:spPr>
            <a:xfrm>
              <a:off x="-1720819" y="2405204"/>
              <a:ext cx="514350" cy="762000"/>
            </a:xfrm>
            <a:prstGeom prst="rect">
              <a:avLst/>
            </a:prstGeom>
          </p:spPr>
        </p:pic>
        <p:sp>
          <p:nvSpPr>
            <p:cNvPr id="31" name="Pijl: links 30">
              <a:extLst>
                <a:ext uri="{FF2B5EF4-FFF2-40B4-BE49-F238E27FC236}">
                  <a16:creationId xmlns:a16="http://schemas.microsoft.com/office/drawing/2014/main" id="{B1B51437-2FDF-40FC-9165-6D7A436D1791}"/>
                </a:ext>
              </a:extLst>
            </p:cNvPr>
            <p:cNvSpPr/>
            <p:nvPr userDrawn="1"/>
          </p:nvSpPr>
          <p:spPr>
            <a:xfrm>
              <a:off x="-1249266" y="2906162"/>
              <a:ext cx="514350" cy="181070"/>
            </a:xfrm>
            <a:prstGeom prst="lef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nl-NL">
                <a:solidFill>
                  <a:schemeClr val="tx1"/>
                </a:solidFill>
              </a:endParaRPr>
            </a:p>
          </p:txBody>
        </p:sp>
        <p:pic>
          <p:nvPicPr>
            <p:cNvPr id="32" name="Afbeelding 31">
              <a:extLst>
                <a:ext uri="{FF2B5EF4-FFF2-40B4-BE49-F238E27FC236}">
                  <a16:creationId xmlns:a16="http://schemas.microsoft.com/office/drawing/2014/main" id="{7C6A46C7-C03B-4B7E-862B-524979AF0D28}"/>
                </a:ext>
              </a:extLst>
            </p:cNvPr>
            <p:cNvPicPr>
              <a:picLocks noChangeAspect="1"/>
            </p:cNvPicPr>
            <p:nvPr userDrawn="1"/>
          </p:nvPicPr>
          <p:blipFill>
            <a:blip r:embed="rId5"/>
            <a:stretch>
              <a:fillRect/>
            </a:stretch>
          </p:blipFill>
          <p:spPr>
            <a:xfrm>
              <a:off x="-1730279" y="3784986"/>
              <a:ext cx="962025" cy="247650"/>
            </a:xfrm>
            <a:prstGeom prst="rect">
              <a:avLst/>
            </a:prstGeom>
          </p:spPr>
        </p:pic>
      </p:grpSp>
      <p:sp>
        <p:nvSpPr>
          <p:cNvPr id="33" name="Toelichting 2">
            <a:extLst>
              <a:ext uri="{FF2B5EF4-FFF2-40B4-BE49-F238E27FC236}">
                <a16:creationId xmlns:a16="http://schemas.microsoft.com/office/drawing/2014/main" id="{EF5C04AE-D2D7-4820-9ADC-EFACB74857C0}"/>
              </a:ext>
            </a:extLst>
          </p:cNvPr>
          <p:cNvSpPr txBox="1"/>
          <p:nvPr userDrawn="1"/>
        </p:nvSpPr>
        <p:spPr>
          <a:xfrm>
            <a:off x="-2172832" y="2500247"/>
            <a:ext cx="2141781" cy="4308872"/>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Licht of donker</a:t>
            </a:r>
          </a:p>
          <a:p>
            <a:pPr>
              <a:lnSpc>
                <a:spcPct val="100000"/>
              </a:lnSpc>
            </a:pPr>
            <a:r>
              <a:rPr lang="nl-NL" sz="1000" b="0" baseline="0" noProof="1">
                <a:solidFill>
                  <a:schemeClr val="tx1"/>
                </a:solidFill>
                <a:latin typeface="+mn-lt"/>
                <a:cs typeface="Arial" panose="020B0604020202020204" pitchFamily="34" charset="0"/>
              </a:rPr>
              <a:t>Deze template bevat twee ontwerpen: één met voornamelijk witte en één met voornamelijk donkergrijze achtergronden.</a:t>
            </a:r>
          </a:p>
          <a:p>
            <a:pPr>
              <a:lnSpc>
                <a:spcPct val="100000"/>
              </a:lnSpc>
            </a:pPr>
            <a:endParaRPr lang="nl-NL" sz="1000" b="0" baseline="0" noProof="1">
              <a:solidFill>
                <a:schemeClr val="tx1"/>
              </a:solidFill>
              <a:latin typeface="+mn-lt"/>
              <a:cs typeface="Arial" panose="020B0604020202020204" pitchFamily="34" charset="0"/>
            </a:endParaRPr>
          </a:p>
          <a:p>
            <a:pPr>
              <a:lnSpc>
                <a:spcPct val="100000"/>
              </a:lnSpc>
            </a:pPr>
            <a:r>
              <a:rPr lang="nl-NL" sz="1000" b="0" baseline="0" noProof="1">
                <a:solidFill>
                  <a:schemeClr val="tx1"/>
                </a:solidFill>
                <a:latin typeface="+mn-lt"/>
                <a:cs typeface="Arial" panose="020B0604020202020204" pitchFamily="34" charset="0"/>
              </a:rPr>
              <a:t>In de ruimte waar je presenteert kun je kiezen welke van de twee het prettigst is. Je kiest één van de twee ontwerpen als volgt:</a:t>
            </a: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Klik op tab </a:t>
            </a:r>
            <a:r>
              <a:rPr lang="nl-NL" sz="1000" b="1" baseline="0" noProof="1">
                <a:solidFill>
                  <a:schemeClr val="tx1"/>
                </a:solidFill>
                <a:latin typeface="+mn-lt"/>
                <a:cs typeface="Arial" panose="020B0604020202020204" pitchFamily="34" charset="0"/>
              </a:rPr>
              <a:t>Ontwerpen</a:t>
            </a: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Uiterst links staan de twee ontwerpen van InfoSupport:</a:t>
            </a: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Klik op het gewenste ontwerp.</a:t>
            </a: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Alle dia’s in je presentatie worden omgezet naar dat ontwerp.</a:t>
            </a:r>
          </a:p>
          <a:p>
            <a:pPr marL="0" indent="0">
              <a:lnSpc>
                <a:spcPct val="100000"/>
              </a:lnSpc>
              <a:buFont typeface="Arial" panose="020B0604020202020204" pitchFamily="34" charset="0"/>
              <a:buNone/>
            </a:pPr>
            <a:endParaRPr lang="nl-NL" sz="1000" b="0" i="1"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00" b="0" i="1" baseline="0" noProof="1">
                <a:solidFill>
                  <a:schemeClr val="tx1"/>
                </a:solidFill>
                <a:latin typeface="+mn-lt"/>
                <a:cs typeface="Arial" panose="020B0604020202020204" pitchFamily="34" charset="0"/>
              </a:rPr>
              <a:t>Let op: eventueel handmatig opgemaakte dia’s worden </a:t>
            </a:r>
            <a:r>
              <a:rPr lang="nl-NL" sz="1000" b="0" i="1" u="sng" baseline="0" noProof="1">
                <a:solidFill>
                  <a:schemeClr val="tx1"/>
                </a:solidFill>
                <a:latin typeface="+mn-lt"/>
                <a:cs typeface="Arial" panose="020B0604020202020204" pitchFamily="34" charset="0"/>
              </a:rPr>
              <a:t>niet</a:t>
            </a:r>
            <a:r>
              <a:rPr lang="nl-NL" sz="1000" b="0" i="1" baseline="0" noProof="1">
                <a:solidFill>
                  <a:schemeClr val="tx1"/>
                </a:solidFill>
                <a:latin typeface="+mn-lt"/>
                <a:cs typeface="Arial" panose="020B0604020202020204" pitchFamily="34" charset="0"/>
              </a:rPr>
              <a:t> omgezet.</a:t>
            </a:r>
          </a:p>
        </p:txBody>
      </p:sp>
      <p:pic>
        <p:nvPicPr>
          <p:cNvPr id="34" name="Afbeelding 33">
            <a:extLst>
              <a:ext uri="{FF2B5EF4-FFF2-40B4-BE49-F238E27FC236}">
                <a16:creationId xmlns:a16="http://schemas.microsoft.com/office/drawing/2014/main" id="{E2D0D723-0A3F-4B3F-9DCA-59A99E05F2D5}"/>
              </a:ext>
            </a:extLst>
          </p:cNvPr>
          <p:cNvPicPr>
            <a:picLocks noChangeAspect="1"/>
          </p:cNvPicPr>
          <p:nvPr userDrawn="1"/>
        </p:nvPicPr>
        <p:blipFill>
          <a:blip r:embed="rId6"/>
          <a:stretch>
            <a:fillRect/>
          </a:stretch>
        </p:blipFill>
        <p:spPr>
          <a:xfrm>
            <a:off x="-2020432" y="4534453"/>
            <a:ext cx="1827354" cy="1067068"/>
          </a:xfrm>
          <a:prstGeom prst="rect">
            <a:avLst/>
          </a:prstGeom>
        </p:spPr>
      </p:pic>
    </p:spTree>
    <p:extLst>
      <p:ext uri="{BB962C8B-B14F-4D97-AF65-F5344CB8AC3E}">
        <p14:creationId xmlns:p14="http://schemas.microsoft.com/office/powerpoint/2010/main" val="37551411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eldia met lichte foto">
    <p:bg>
      <p:bgPr>
        <a:solidFill>
          <a:schemeClr val="tx1"/>
        </a:solidFill>
        <a:effectLst/>
      </p:bgPr>
    </p:bg>
    <p:spTree>
      <p:nvGrpSpPr>
        <p:cNvPr id="1" name=""/>
        <p:cNvGrpSpPr/>
        <p:nvPr/>
      </p:nvGrpSpPr>
      <p:grpSpPr>
        <a:xfrm>
          <a:off x="0" y="0"/>
          <a:ext cx="0" cy="0"/>
          <a:chOff x="0" y="0"/>
          <a:chExt cx="0" cy="0"/>
        </a:xfrm>
      </p:grpSpPr>
      <p:sp>
        <p:nvSpPr>
          <p:cNvPr id="22" name="Tijdelijke aanduiding voor afbeelding 21">
            <a:extLst>
              <a:ext uri="{FF2B5EF4-FFF2-40B4-BE49-F238E27FC236}">
                <a16:creationId xmlns:a16="http://schemas.microsoft.com/office/drawing/2014/main" id="{128520C4-8B76-4C22-9A16-F93551D3C168}"/>
              </a:ext>
            </a:extLst>
          </p:cNvPr>
          <p:cNvSpPr>
            <a:spLocks noGrp="1"/>
          </p:cNvSpPr>
          <p:nvPr>
            <p:ph type="pic" sz="quarter" idx="16"/>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66000 h 6858000"/>
              <a:gd name="connsiteX3" fmla="*/ 11400000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66000"/>
                </a:lnTo>
                <a:lnTo>
                  <a:pt x="11400000" y="6858000"/>
                </a:lnTo>
                <a:lnTo>
                  <a:pt x="0" y="6858000"/>
                </a:lnTo>
                <a:close/>
              </a:path>
            </a:pathLst>
          </a:custGeom>
          <a:solidFill>
            <a:srgbClr val="DDDDDD"/>
          </a:solidFill>
        </p:spPr>
        <p:txBody>
          <a:bodyPr wrap="square">
            <a:noAutofit/>
          </a:bodyPr>
          <a:lstStyle>
            <a:lvl1pPr marL="0" indent="0" algn="ctr">
              <a:lnSpc>
                <a:spcPct val="100000"/>
              </a:lnSpc>
              <a:buNone/>
              <a:defRPr>
                <a:solidFill>
                  <a:srgbClr val="5F5F5F"/>
                </a:solidFill>
              </a:defRPr>
            </a:lvl1pPr>
          </a:lstStyle>
          <a:p>
            <a:endParaRPr lang="nl-NL" dirty="0"/>
          </a:p>
        </p:txBody>
      </p:sp>
      <p:sp>
        <p:nvSpPr>
          <p:cNvPr id="2" name="Titel 1">
            <a:extLst>
              <a:ext uri="{FF2B5EF4-FFF2-40B4-BE49-F238E27FC236}">
                <a16:creationId xmlns:a16="http://schemas.microsoft.com/office/drawing/2014/main" id="{D571307B-333B-4591-8BC7-DC50216CB4AA}"/>
              </a:ext>
            </a:extLst>
          </p:cNvPr>
          <p:cNvSpPr>
            <a:spLocks noGrp="1"/>
          </p:cNvSpPr>
          <p:nvPr>
            <p:ph type="ctrTitle"/>
          </p:nvPr>
        </p:nvSpPr>
        <p:spPr>
          <a:xfrm>
            <a:off x="792000" y="1324800"/>
            <a:ext cx="9648000" cy="1865600"/>
          </a:xfrm>
        </p:spPr>
        <p:txBody>
          <a:bodyPr anchor="t" anchorCtr="0"/>
          <a:lstStyle>
            <a:lvl1pPr algn="l">
              <a:defRPr sz="4700">
                <a:solidFill>
                  <a:schemeClr val="tx1"/>
                </a:solidFill>
              </a:defRPr>
            </a:lvl1pPr>
          </a:lstStyle>
          <a:p>
            <a:r>
              <a:rPr lang="nl-NL" dirty="0"/>
              <a:t>Klik om stijl te bewerken</a:t>
            </a:r>
          </a:p>
        </p:txBody>
      </p:sp>
      <p:sp>
        <p:nvSpPr>
          <p:cNvPr id="3" name="Ondertitel 2">
            <a:extLst>
              <a:ext uri="{FF2B5EF4-FFF2-40B4-BE49-F238E27FC236}">
                <a16:creationId xmlns:a16="http://schemas.microsoft.com/office/drawing/2014/main" id="{CE0477F3-851B-4CC7-8C61-61E6ABC6C330}"/>
              </a:ext>
            </a:extLst>
          </p:cNvPr>
          <p:cNvSpPr>
            <a:spLocks noGrp="1"/>
          </p:cNvSpPr>
          <p:nvPr>
            <p:ph type="subTitle" idx="1"/>
          </p:nvPr>
        </p:nvSpPr>
        <p:spPr>
          <a:xfrm>
            <a:off x="792000" y="3712400"/>
            <a:ext cx="9648000" cy="1545400"/>
          </a:xfrm>
        </p:spPr>
        <p:txBody>
          <a:bodyPr/>
          <a:lstStyle>
            <a:lvl1pPr marL="0" indent="0" algn="l">
              <a:lnSpc>
                <a:spcPct val="105000"/>
              </a:lnSpc>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Klikken om de ondertitelstijl van het model te bewerken</a:t>
            </a:r>
          </a:p>
        </p:txBody>
      </p:sp>
      <p:sp>
        <p:nvSpPr>
          <p:cNvPr id="9" name="Tijdelijke aanduiding voor tekst 8">
            <a:extLst>
              <a:ext uri="{FF2B5EF4-FFF2-40B4-BE49-F238E27FC236}">
                <a16:creationId xmlns:a16="http://schemas.microsoft.com/office/drawing/2014/main" id="{0CD97FCA-990D-428D-B8B1-866C08E2C5F9}"/>
              </a:ext>
            </a:extLst>
          </p:cNvPr>
          <p:cNvSpPr>
            <a:spLocks noGrp="1"/>
          </p:cNvSpPr>
          <p:nvPr>
            <p:ph type="body" sz="quarter" idx="17" hasCustomPrompt="1"/>
          </p:nvPr>
        </p:nvSpPr>
        <p:spPr>
          <a:xfrm>
            <a:off x="792000" y="896400"/>
            <a:ext cx="270000" cy="223200"/>
          </a:xfrm>
          <a:blipFill dpi="0" rotWithShape="1">
            <a:blip r:embed="rId2"/>
            <a:srcRect/>
            <a:stretch>
              <a:fillRect/>
            </a:stretch>
          </a:blipFill>
        </p:spPr>
        <p:txBody>
          <a:bodyPr>
            <a:normAutofit/>
          </a:bodyPr>
          <a:lstStyle>
            <a:lvl1pPr marL="0" indent="0" algn="l">
              <a:lnSpc>
                <a:spcPct val="100000"/>
              </a:lnSpc>
              <a:buNone/>
              <a:defRPr sz="100">
                <a:solidFill>
                  <a:schemeClr val="bg1"/>
                </a:solidFill>
              </a:defRPr>
            </a:lvl1pPr>
            <a:lvl2pPr>
              <a:defRPr sz="100">
                <a:solidFill>
                  <a:schemeClr val="bg1"/>
                </a:solidFill>
              </a:defRPr>
            </a:lvl2pPr>
            <a:lvl3pPr>
              <a:defRPr sz="100">
                <a:solidFill>
                  <a:schemeClr val="bg1"/>
                </a:solidFill>
              </a:defRPr>
            </a:lvl3pPr>
            <a:lvl4pPr>
              <a:defRPr sz="100">
                <a:solidFill>
                  <a:schemeClr val="bg1"/>
                </a:solidFill>
              </a:defRPr>
            </a:lvl4pPr>
            <a:lvl5pPr>
              <a:defRPr sz="100">
                <a:solidFill>
                  <a:schemeClr val="bg1"/>
                </a:solidFill>
              </a:defRPr>
            </a:lvl5pPr>
          </a:lstStyle>
          <a:p>
            <a:pPr lvl="0"/>
            <a:r>
              <a:rPr lang="nl-NL" dirty="0"/>
              <a:t> </a:t>
            </a:r>
          </a:p>
        </p:txBody>
      </p:sp>
      <p:sp>
        <p:nvSpPr>
          <p:cNvPr id="20" name="Toelichting 2">
            <a:extLst>
              <a:ext uri="{FF2B5EF4-FFF2-40B4-BE49-F238E27FC236}">
                <a16:creationId xmlns:a16="http://schemas.microsoft.com/office/drawing/2014/main" id="{58888936-6C5E-417F-BEF5-E2EF5FB87309}"/>
              </a:ext>
            </a:extLst>
          </p:cNvPr>
          <p:cNvSpPr txBox="1"/>
          <p:nvPr userDrawn="1"/>
        </p:nvSpPr>
        <p:spPr>
          <a:xfrm>
            <a:off x="12358572" y="3201792"/>
            <a:ext cx="2031009" cy="3554819"/>
          </a:xfrm>
          <a:prstGeom prst="rect">
            <a:avLst/>
          </a:prstGeom>
          <a:noFill/>
        </p:spPr>
        <p:txBody>
          <a:bodyPr wrap="square" lIns="0" tIns="0" rIns="0" bIns="0" rtlCol="0">
            <a:spAutoFit/>
          </a:bodyPr>
          <a:lstStyle/>
          <a:p>
            <a:pPr>
              <a:lnSpc>
                <a:spcPct val="100000"/>
              </a:lnSpc>
            </a:pPr>
            <a:r>
              <a:rPr lang="nl-NL" sz="1050" b="1" baseline="0" noProof="1">
                <a:solidFill>
                  <a:schemeClr val="tx2"/>
                </a:solidFill>
                <a:latin typeface="+mn-lt"/>
                <a:cs typeface="Arial" panose="020B0604020202020204" pitchFamily="34" charset="0"/>
              </a:rPr>
              <a:t>Foto instellen</a:t>
            </a:r>
          </a:p>
          <a:p>
            <a:pPr>
              <a:lnSpc>
                <a:spcPct val="100000"/>
              </a:lnSpc>
            </a:pPr>
            <a:r>
              <a:rPr lang="nl-NL" sz="1050" baseline="0" noProof="1">
                <a:solidFill>
                  <a:schemeClr val="tx1"/>
                </a:solidFill>
                <a:latin typeface="+mn-lt"/>
                <a:cs typeface="Arial" panose="020B0604020202020204" pitchFamily="34" charset="0"/>
              </a:rPr>
              <a:t>Het fotokader wordt altijd vanuit het midden van de gekozen foto gevuld. </a:t>
            </a:r>
          </a:p>
          <a:p>
            <a:pPr>
              <a:lnSpc>
                <a:spcPct val="100000"/>
              </a:lnSpc>
            </a:pPr>
            <a:endParaRPr lang="nl-NL" sz="1050" baseline="0" noProof="1">
              <a:solidFill>
                <a:schemeClr val="tx1"/>
              </a:solidFill>
              <a:latin typeface="+mn-lt"/>
              <a:cs typeface="Arial" panose="020B0604020202020204" pitchFamily="34" charset="0"/>
            </a:endParaRPr>
          </a:p>
          <a:p>
            <a:pPr>
              <a:lnSpc>
                <a:spcPct val="100000"/>
              </a:lnSpc>
            </a:pPr>
            <a:r>
              <a:rPr lang="nl-NL" sz="1050" b="0" i="0" u="none" baseline="0" noProof="1">
                <a:solidFill>
                  <a:schemeClr val="tx1"/>
                </a:solidFill>
                <a:latin typeface="+mn-lt"/>
                <a:cs typeface="Arial" panose="020B0604020202020204" pitchFamily="34" charset="0"/>
              </a:rPr>
              <a:t>Als je een ander gedeelte van de foto wilt zien, gebruik je de functie ‘bijsnijden’:</a:t>
            </a:r>
          </a:p>
          <a:p>
            <a:pPr marL="200699" indent="-200699">
              <a:lnSpc>
                <a:spcPct val="100000"/>
              </a:lnSpc>
              <a:buFont typeface="Arial" panose="020B0604020202020204" pitchFamily="34" charset="0"/>
              <a:buChar char="•"/>
            </a:pPr>
            <a:r>
              <a:rPr lang="nl-NL" sz="1050" b="0" i="0" u="none" baseline="0" noProof="1">
                <a:solidFill>
                  <a:schemeClr val="tx1"/>
                </a:solidFill>
                <a:latin typeface="+mn-lt"/>
                <a:cs typeface="Arial" panose="020B0604020202020204" pitchFamily="34" charset="0"/>
              </a:rPr>
              <a:t>Selecteer de foto op de dia; het kader wordt vierkant weergegeven</a:t>
            </a:r>
          </a:p>
          <a:p>
            <a:pPr marL="200699" indent="-200699">
              <a:lnSpc>
                <a:spcPct val="100000"/>
              </a:lnSpc>
              <a:buFont typeface="Arial" panose="020B0604020202020204" pitchFamily="34" charset="0"/>
              <a:buChar char="•"/>
            </a:pPr>
            <a:r>
              <a:rPr lang="nl-NL" sz="1050" b="0" i="0" u="none" baseline="0" noProof="1">
                <a:solidFill>
                  <a:schemeClr val="tx1"/>
                </a:solidFill>
                <a:latin typeface="+mn-lt"/>
                <a:cs typeface="Arial" panose="020B0604020202020204" pitchFamily="34" charset="0"/>
              </a:rPr>
              <a:t>Op tab </a:t>
            </a:r>
            <a:r>
              <a:rPr lang="nl-NL" sz="1050" b="1" i="0" u="none" baseline="0" noProof="1">
                <a:solidFill>
                  <a:schemeClr val="tx1"/>
                </a:solidFill>
                <a:latin typeface="+mn-lt"/>
                <a:cs typeface="Arial" panose="020B0604020202020204" pitchFamily="34" charset="0"/>
              </a:rPr>
              <a:t>Hulpmiddelen voor tekenen / Opmaak</a:t>
            </a:r>
            <a:r>
              <a:rPr lang="nl-NL" sz="1050" b="0" i="0" u="none" baseline="0" noProof="1">
                <a:solidFill>
                  <a:schemeClr val="tx1"/>
                </a:solidFill>
                <a:latin typeface="+mn-lt"/>
                <a:cs typeface="Arial" panose="020B0604020202020204" pitchFamily="34" charset="0"/>
              </a:rPr>
              <a:t>: klik op </a:t>
            </a:r>
            <a:r>
              <a:rPr lang="nl-NL" sz="1050" b="1" i="0" u="none" baseline="0" noProof="1">
                <a:solidFill>
                  <a:schemeClr val="tx1"/>
                </a:solidFill>
                <a:latin typeface="+mn-lt"/>
                <a:cs typeface="Arial" panose="020B0604020202020204" pitchFamily="34" charset="0"/>
              </a:rPr>
              <a:t>Bijsnijden</a:t>
            </a:r>
            <a:r>
              <a:rPr lang="nl-NL" sz="1050" b="0" i="0" u="none" baseline="0" noProof="1">
                <a:solidFill>
                  <a:schemeClr val="tx1"/>
                </a:solidFill>
                <a:latin typeface="+mn-lt"/>
                <a:cs typeface="Arial" panose="020B0604020202020204" pitchFamily="34" charset="0"/>
              </a:rPr>
              <a:t>.</a:t>
            </a:r>
          </a:p>
          <a:p>
            <a:pPr marL="200699" indent="-200699">
              <a:lnSpc>
                <a:spcPct val="100000"/>
              </a:lnSpc>
              <a:buFont typeface="Arial" panose="020B0604020202020204" pitchFamily="34" charset="0"/>
              <a:buChar char="•"/>
            </a:pPr>
            <a:r>
              <a:rPr lang="nl-NL" sz="1050" b="0" i="0" u="none" baseline="0" noProof="1">
                <a:solidFill>
                  <a:schemeClr val="tx1"/>
                </a:solidFill>
                <a:latin typeface="+mn-lt"/>
                <a:cs typeface="Arial" panose="020B0604020202020204" pitchFamily="34" charset="0"/>
              </a:rPr>
              <a:t>Nu kun je de foto bewegen en daarmee het gewenste deel in beeld schuiven. Ook kun je de foto vergroten/verkleinen door met de greepjes in de hoeken te slepen.</a:t>
            </a:r>
          </a:p>
          <a:p>
            <a:pPr marL="200699" indent="-200699">
              <a:lnSpc>
                <a:spcPct val="100000"/>
              </a:lnSpc>
              <a:buFont typeface="Arial" panose="020B0604020202020204" pitchFamily="34" charset="0"/>
              <a:buChar char="•"/>
            </a:pPr>
            <a:r>
              <a:rPr lang="nl-NL" sz="1050" b="0" i="0" u="none" baseline="0" noProof="1">
                <a:solidFill>
                  <a:schemeClr val="tx1"/>
                </a:solidFill>
                <a:latin typeface="+mn-lt"/>
                <a:cs typeface="Arial" panose="020B0604020202020204" pitchFamily="34" charset="0"/>
              </a:rPr>
              <a:t>Klik naast het kader om de bijsnijden-functie te verlaten.</a:t>
            </a:r>
          </a:p>
        </p:txBody>
      </p:sp>
      <p:sp>
        <p:nvSpPr>
          <p:cNvPr id="21" name="Toelichting 2">
            <a:extLst>
              <a:ext uri="{FF2B5EF4-FFF2-40B4-BE49-F238E27FC236}">
                <a16:creationId xmlns:a16="http://schemas.microsoft.com/office/drawing/2014/main" id="{0F8C9FE2-BA24-4C8F-A357-4D9EF1B0D229}"/>
              </a:ext>
            </a:extLst>
          </p:cNvPr>
          <p:cNvSpPr txBox="1"/>
          <p:nvPr userDrawn="1"/>
        </p:nvSpPr>
        <p:spPr>
          <a:xfrm>
            <a:off x="12358572" y="0"/>
            <a:ext cx="2031009" cy="3070071"/>
          </a:xfrm>
          <a:prstGeom prst="rect">
            <a:avLst/>
          </a:prstGeom>
          <a:noFill/>
        </p:spPr>
        <p:txBody>
          <a:bodyPr wrap="square" lIns="0" tIns="0" rIns="0" bIns="0" rtlCol="0">
            <a:spAutoFit/>
          </a:bodyPr>
          <a:lstStyle/>
          <a:p>
            <a:pPr>
              <a:lnSpc>
                <a:spcPct val="100000"/>
              </a:lnSpc>
            </a:pPr>
            <a:r>
              <a:rPr lang="nl-NL" sz="1050" b="1" baseline="0" noProof="1">
                <a:solidFill>
                  <a:schemeClr val="tx2"/>
                </a:solidFill>
                <a:latin typeface="+mn-lt"/>
                <a:cs typeface="Arial" panose="020B0604020202020204" pitchFamily="34" charset="0"/>
              </a:rPr>
              <a:t>Dia herstellen</a:t>
            </a:r>
          </a:p>
          <a:p>
            <a:pPr marL="0" indent="0">
              <a:lnSpc>
                <a:spcPct val="100000"/>
              </a:lnSpc>
              <a:buFont typeface="Arial" panose="020B0604020202020204" pitchFamily="34" charset="0"/>
              <a:buNone/>
            </a:pPr>
            <a:r>
              <a:rPr lang="nl-NL" sz="1050" b="0" i="0" u="none" baseline="0" noProof="1">
                <a:solidFill>
                  <a:schemeClr val="tx1"/>
                </a:solidFill>
                <a:latin typeface="+mn-lt"/>
                <a:cs typeface="Arial" panose="020B0604020202020204" pitchFamily="34" charset="0"/>
              </a:rPr>
              <a:t>Als de elementen niet (meer) op de juiste manier (over elkaar) liggen kun je de dia-indeling herstellen:</a:t>
            </a:r>
          </a:p>
          <a:p>
            <a:pPr marL="200699" indent="-200699">
              <a:lnSpc>
                <a:spcPct val="100000"/>
              </a:lnSpc>
              <a:buFont typeface="Arial" panose="020B0604020202020204" pitchFamily="34" charset="0"/>
              <a:buChar char="•"/>
            </a:pPr>
            <a:r>
              <a:rPr lang="nl-NL" sz="1050" b="0" i="0" u="none" baseline="0" noProof="1">
                <a:solidFill>
                  <a:schemeClr val="tx1"/>
                </a:solidFill>
                <a:latin typeface="+mn-lt"/>
                <a:cs typeface="Arial" panose="020B0604020202020204" pitchFamily="34" charset="0"/>
              </a:rPr>
              <a:t>Op tab </a:t>
            </a:r>
            <a:r>
              <a:rPr lang="nl-NL" sz="1050" b="1" i="0" u="none" baseline="0" noProof="1">
                <a:solidFill>
                  <a:schemeClr val="tx1"/>
                </a:solidFill>
                <a:latin typeface="+mn-lt"/>
                <a:cs typeface="Arial" panose="020B0604020202020204" pitchFamily="34" charset="0"/>
              </a:rPr>
              <a:t>Start</a:t>
            </a:r>
            <a:r>
              <a:rPr lang="nl-NL" sz="1050" b="0" i="0" u="none" baseline="0" noProof="1">
                <a:solidFill>
                  <a:schemeClr val="tx1"/>
                </a:solidFill>
                <a:latin typeface="+mn-lt"/>
                <a:cs typeface="Arial" panose="020B0604020202020204" pitchFamily="34" charset="0"/>
              </a:rPr>
              <a:t>:</a:t>
            </a:r>
            <a:r>
              <a:rPr lang="nl-NL" sz="1050" b="1" i="0" u="none" baseline="0" noProof="1">
                <a:solidFill>
                  <a:schemeClr val="tx1"/>
                </a:solidFill>
                <a:latin typeface="+mn-lt"/>
                <a:cs typeface="Arial" panose="020B0604020202020204" pitchFamily="34" charset="0"/>
              </a:rPr>
              <a:t> </a:t>
            </a:r>
            <a:r>
              <a:rPr lang="nl-NL" sz="1050" b="0" i="0" u="none" baseline="0" noProof="1">
                <a:solidFill>
                  <a:schemeClr val="tx1"/>
                </a:solidFill>
                <a:latin typeface="+mn-lt"/>
                <a:cs typeface="Arial" panose="020B0604020202020204" pitchFamily="34" charset="0"/>
              </a:rPr>
              <a:t>klik op </a:t>
            </a:r>
            <a:r>
              <a:rPr lang="nl-NL" sz="1050" b="1" i="0" u="none" baseline="0" noProof="1">
                <a:solidFill>
                  <a:schemeClr val="tx1"/>
                </a:solidFill>
                <a:latin typeface="+mn-lt"/>
                <a:cs typeface="Arial" panose="020B0604020202020204" pitchFamily="34" charset="0"/>
              </a:rPr>
              <a:t>Opnieuw instellen</a:t>
            </a:r>
            <a:r>
              <a:rPr lang="nl-NL" sz="1050" b="0" i="0" u="none" baseline="0" noProof="1">
                <a:solidFill>
                  <a:schemeClr val="tx1"/>
                </a:solidFill>
                <a:latin typeface="+mn-lt"/>
                <a:cs typeface="Arial" panose="020B0604020202020204" pitchFamily="34" charset="0"/>
              </a:rPr>
              <a:t>.</a:t>
            </a:r>
          </a:p>
          <a:p>
            <a:pPr marL="0" indent="0">
              <a:lnSpc>
                <a:spcPct val="100000"/>
              </a:lnSpc>
              <a:buFont typeface="Arial" panose="020B0604020202020204" pitchFamily="34" charset="0"/>
              <a:buNone/>
            </a:pPr>
            <a:endParaRPr lang="nl-NL" sz="1050" b="0" i="0" u="none"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50" b="0" i="0" u="none" baseline="0" noProof="1">
                <a:solidFill>
                  <a:schemeClr val="tx1"/>
                </a:solidFill>
                <a:latin typeface="+mn-lt"/>
                <a:cs typeface="Arial" panose="020B0604020202020204" pitchFamily="34" charset="0"/>
              </a:rPr>
              <a:t>Helaas moet je hierna eventuele ‘bijsnijdingen’ opnieuw instellen.</a:t>
            </a:r>
          </a:p>
          <a:p>
            <a:pPr marL="0" marR="0" lvl="0" indent="0" algn="l" defTabSz="1070397"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050" b="0" i="0" u="none" baseline="0" noProof="1">
                <a:solidFill>
                  <a:schemeClr val="tx1"/>
                </a:solidFill>
                <a:latin typeface="+mn-lt"/>
                <a:cs typeface="Arial" panose="020B0604020202020204" pitchFamily="34" charset="0"/>
              </a:rPr>
              <a:t>Je kunt dit voorkomen door de bijsnijdingen eerst te verwijderen: </a:t>
            </a:r>
          </a:p>
          <a:p>
            <a:pPr marL="200699" marR="0" lvl="0" indent="-200699" algn="l" defTabSz="107039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050" b="0" i="0" u="none" baseline="0" noProof="1">
                <a:solidFill>
                  <a:schemeClr val="tx1"/>
                </a:solidFill>
                <a:latin typeface="+mn-lt"/>
                <a:cs typeface="Arial" panose="020B0604020202020204" pitchFamily="34" charset="0"/>
              </a:rPr>
              <a:t>Selecteer de foto. </a:t>
            </a:r>
          </a:p>
          <a:p>
            <a:pPr marL="200699" marR="0" lvl="0" indent="-200699" algn="l" defTabSz="107039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050" b="0" i="0" u="none" baseline="0" noProof="1">
                <a:solidFill>
                  <a:schemeClr val="tx1"/>
                </a:solidFill>
                <a:latin typeface="+mn-lt"/>
                <a:cs typeface="Arial" panose="020B0604020202020204" pitchFamily="34" charset="0"/>
              </a:rPr>
              <a:t>Op tab </a:t>
            </a:r>
            <a:r>
              <a:rPr lang="nl-NL" sz="1050" b="1" i="0" u="none" baseline="0" noProof="1">
                <a:solidFill>
                  <a:schemeClr val="tx1"/>
                </a:solidFill>
                <a:latin typeface="+mn-lt"/>
                <a:cs typeface="Arial" panose="020B0604020202020204" pitchFamily="34" charset="0"/>
              </a:rPr>
              <a:t>Hulpmiddelen voor tekenen / Opmaak</a:t>
            </a:r>
            <a:r>
              <a:rPr lang="nl-NL" sz="1050" b="0" i="0" u="none" baseline="0" noProof="1">
                <a:solidFill>
                  <a:schemeClr val="tx1"/>
                </a:solidFill>
                <a:latin typeface="+mn-lt"/>
                <a:cs typeface="Arial" panose="020B0604020202020204" pitchFamily="34" charset="0"/>
              </a:rPr>
              <a:t>: klik op </a:t>
            </a:r>
            <a:r>
              <a:rPr lang="nl-NL" sz="1050" b="1" i="0" u="none" baseline="0" noProof="1">
                <a:solidFill>
                  <a:schemeClr val="tx1"/>
                </a:solidFill>
                <a:latin typeface="+mn-lt"/>
                <a:cs typeface="Arial" panose="020B0604020202020204" pitchFamily="34" charset="0"/>
              </a:rPr>
              <a:t>Afbeeldingen comprimeren</a:t>
            </a:r>
            <a:r>
              <a:rPr lang="nl-NL" sz="1050" b="0" i="0" u="none" baseline="0" noProof="1">
                <a:solidFill>
                  <a:schemeClr val="tx1"/>
                </a:solidFill>
                <a:latin typeface="+mn-lt"/>
                <a:cs typeface="Arial" panose="020B0604020202020204" pitchFamily="34" charset="0"/>
              </a:rPr>
              <a:t> en selecteer </a:t>
            </a:r>
            <a:r>
              <a:rPr lang="nl-NL" sz="1050" b="1" i="0" u="none" baseline="0" noProof="1">
                <a:solidFill>
                  <a:schemeClr val="tx1"/>
                </a:solidFill>
                <a:latin typeface="+mn-lt"/>
                <a:cs typeface="Arial" panose="020B0604020202020204" pitchFamily="34" charset="0"/>
              </a:rPr>
              <a:t>Bijgesneden gebieden van afbeeldingen verwijderen</a:t>
            </a:r>
            <a:r>
              <a:rPr lang="nl-NL" sz="1050" b="0" i="0" u="none" baseline="0" noProof="1">
                <a:solidFill>
                  <a:schemeClr val="tx1"/>
                </a:solidFill>
                <a:latin typeface="+mn-lt"/>
                <a:cs typeface="Arial" panose="020B0604020202020204" pitchFamily="34" charset="0"/>
              </a:rPr>
              <a:t>.</a:t>
            </a:r>
          </a:p>
        </p:txBody>
      </p:sp>
      <p:grpSp>
        <p:nvGrpSpPr>
          <p:cNvPr id="28" name="Groep 27">
            <a:extLst>
              <a:ext uri="{FF2B5EF4-FFF2-40B4-BE49-F238E27FC236}">
                <a16:creationId xmlns:a16="http://schemas.microsoft.com/office/drawing/2014/main" id="{E2380242-DE04-4C4B-B979-553CA11513C5}"/>
              </a:ext>
            </a:extLst>
          </p:cNvPr>
          <p:cNvGrpSpPr/>
          <p:nvPr userDrawn="1"/>
        </p:nvGrpSpPr>
        <p:grpSpPr>
          <a:xfrm>
            <a:off x="-2172832" y="152630"/>
            <a:ext cx="2046443" cy="2135136"/>
            <a:chOff x="-2172832" y="1897500"/>
            <a:chExt cx="2046443" cy="2135136"/>
          </a:xfrm>
        </p:grpSpPr>
        <p:sp>
          <p:nvSpPr>
            <p:cNvPr id="29" name="Toelichting 2">
              <a:extLst>
                <a:ext uri="{FF2B5EF4-FFF2-40B4-BE49-F238E27FC236}">
                  <a16:creationId xmlns:a16="http://schemas.microsoft.com/office/drawing/2014/main" id="{1D4479E5-5FDD-46FA-9115-AB83010D4E99}"/>
                </a:ext>
              </a:extLst>
            </p:cNvPr>
            <p:cNvSpPr txBox="1"/>
            <p:nvPr userDrawn="1"/>
          </p:nvSpPr>
          <p:spPr>
            <a:xfrm>
              <a:off x="-2172832" y="1897500"/>
              <a:ext cx="2046443" cy="1846659"/>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Nieuwe dia</a:t>
              </a:r>
              <a:endParaRPr lang="nl-NL" sz="1000" baseline="0" noProof="1">
                <a:solidFill>
                  <a:schemeClr val="accent2"/>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Klik op de </a:t>
              </a:r>
              <a:r>
                <a:rPr lang="nl-NL" sz="1000" b="1" baseline="0" noProof="1">
                  <a:solidFill>
                    <a:schemeClr val="tx1"/>
                  </a:solidFill>
                  <a:latin typeface="+mn-lt"/>
                  <a:cs typeface="Arial" panose="020B0604020202020204" pitchFamily="34" charset="0"/>
                </a:rPr>
                <a:t>Start</a:t>
              </a:r>
              <a:r>
                <a:rPr lang="nl-NL" sz="1000" baseline="0" noProof="1">
                  <a:solidFill>
                    <a:schemeClr val="tx1"/>
                  </a:solidFill>
                  <a:latin typeface="+mn-lt"/>
                  <a:cs typeface="Arial" panose="020B0604020202020204" pitchFamily="34" charset="0"/>
                </a:rPr>
                <a:t>-tab </a:t>
              </a:r>
              <a:r>
                <a:rPr lang="nl-NL" sz="1000" u="sng" baseline="0" noProof="1">
                  <a:solidFill>
                    <a:schemeClr val="tx1"/>
                  </a:solidFill>
                  <a:latin typeface="+mn-lt"/>
                  <a:cs typeface="Arial" panose="020B0604020202020204" pitchFamily="34" charset="0"/>
                </a:rPr>
                <a:t>op het tekstje onder </a:t>
              </a:r>
              <a:r>
                <a:rPr lang="nl-NL" sz="1000" baseline="0" noProof="1">
                  <a:solidFill>
                    <a:schemeClr val="tx1"/>
                  </a:solidFill>
                  <a:latin typeface="+mn-lt"/>
                  <a:cs typeface="Arial" panose="020B0604020202020204" pitchFamily="34" charset="0"/>
                </a:rPr>
                <a:t>het pictogram </a:t>
              </a:r>
              <a:r>
                <a:rPr lang="nl-NL" sz="1000" b="1" baseline="0" noProof="1">
                  <a:solidFill>
                    <a:schemeClr val="tx1"/>
                  </a:solidFill>
                  <a:latin typeface="+mn-lt"/>
                  <a:cs typeface="Arial" panose="020B0604020202020204" pitchFamily="34" charset="0"/>
                </a:rPr>
                <a:t>Nieuwe dia</a:t>
              </a:r>
              <a:r>
                <a:rPr lang="nl-NL" sz="1000" baseline="0" noProof="1">
                  <a:solidFill>
                    <a:schemeClr val="tx1"/>
                  </a:solidFill>
                  <a:latin typeface="+mn-lt"/>
                  <a:cs typeface="Arial" panose="020B0604020202020204" pitchFamily="34" charset="0"/>
                </a:rPr>
                <a:t>:</a:t>
              </a: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endParaRPr lang="nl-NL" sz="1000" b="1" baseline="0" noProof="1">
                <a:solidFill>
                  <a:schemeClr val="tx1"/>
                </a:solidFill>
                <a:latin typeface="+mn-lt"/>
                <a:cs typeface="Arial" panose="020B0604020202020204" pitchFamily="34" charset="0"/>
              </a:endParaRPr>
            </a:p>
            <a:p>
              <a:pPr>
                <a:lnSpc>
                  <a:spcPct val="100000"/>
                </a:lnSpc>
              </a:pPr>
              <a:r>
                <a:rPr lang="nl-NL" sz="1000" b="1" baseline="0" noProof="1">
                  <a:solidFill>
                    <a:schemeClr val="accent2"/>
                  </a:solidFill>
                  <a:latin typeface="+mn-lt"/>
                  <a:cs typeface="Arial" panose="020B0604020202020204" pitchFamily="34" charset="0"/>
                </a:rPr>
                <a:t>Andere indeling voor huidige dia</a:t>
              </a:r>
            </a:p>
            <a:p>
              <a:pPr>
                <a:lnSpc>
                  <a:spcPct val="100000"/>
                </a:lnSpc>
              </a:pPr>
              <a:r>
                <a:rPr lang="nl-NL" sz="1000" b="0" baseline="0" noProof="1">
                  <a:solidFill>
                    <a:schemeClr val="tx1"/>
                  </a:solidFill>
                  <a:latin typeface="+mn-lt"/>
                  <a:cs typeface="Arial" panose="020B0604020202020204" pitchFamily="34" charset="0"/>
                </a:rPr>
                <a:t>Klik op de </a:t>
              </a:r>
              <a:r>
                <a:rPr lang="nl-NL" sz="1000" b="1" baseline="0" noProof="1">
                  <a:solidFill>
                    <a:schemeClr val="tx1"/>
                  </a:solidFill>
                  <a:latin typeface="+mn-lt"/>
                  <a:cs typeface="Arial" panose="020B0604020202020204" pitchFamily="34" charset="0"/>
                </a:rPr>
                <a:t>Start</a:t>
              </a:r>
              <a:r>
                <a:rPr lang="nl-NL" sz="1000" b="0" baseline="0" noProof="1">
                  <a:solidFill>
                    <a:schemeClr val="tx1"/>
                  </a:solidFill>
                  <a:latin typeface="+mn-lt"/>
                  <a:cs typeface="Arial" panose="020B0604020202020204" pitchFamily="34" charset="0"/>
                </a:rPr>
                <a:t>-tab op Indeling:</a:t>
              </a:r>
            </a:p>
          </p:txBody>
        </p:sp>
        <p:pic>
          <p:nvPicPr>
            <p:cNvPr id="30" name="Afbeelding 29">
              <a:extLst>
                <a:ext uri="{FF2B5EF4-FFF2-40B4-BE49-F238E27FC236}">
                  <a16:creationId xmlns:a16="http://schemas.microsoft.com/office/drawing/2014/main" id="{48035117-054C-4798-9992-D78FD4BDF76D}"/>
                </a:ext>
              </a:extLst>
            </p:cNvPr>
            <p:cNvPicPr>
              <a:picLocks noChangeAspect="1"/>
            </p:cNvPicPr>
            <p:nvPr userDrawn="1"/>
          </p:nvPicPr>
          <p:blipFill>
            <a:blip r:embed="rId3"/>
            <a:stretch>
              <a:fillRect/>
            </a:stretch>
          </p:blipFill>
          <p:spPr>
            <a:xfrm>
              <a:off x="-1720819" y="2405204"/>
              <a:ext cx="514350" cy="762000"/>
            </a:xfrm>
            <a:prstGeom prst="rect">
              <a:avLst/>
            </a:prstGeom>
          </p:spPr>
        </p:pic>
        <p:sp>
          <p:nvSpPr>
            <p:cNvPr id="31" name="Pijl: links 30">
              <a:extLst>
                <a:ext uri="{FF2B5EF4-FFF2-40B4-BE49-F238E27FC236}">
                  <a16:creationId xmlns:a16="http://schemas.microsoft.com/office/drawing/2014/main" id="{5643A25E-239B-44F4-8563-1FA0F9B88AAF}"/>
                </a:ext>
              </a:extLst>
            </p:cNvPr>
            <p:cNvSpPr/>
            <p:nvPr userDrawn="1"/>
          </p:nvSpPr>
          <p:spPr>
            <a:xfrm>
              <a:off x="-1249266" y="2906162"/>
              <a:ext cx="514350" cy="181070"/>
            </a:xfrm>
            <a:prstGeom prst="lef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nl-NL">
                <a:solidFill>
                  <a:schemeClr val="tx1"/>
                </a:solidFill>
              </a:endParaRPr>
            </a:p>
          </p:txBody>
        </p:sp>
        <p:pic>
          <p:nvPicPr>
            <p:cNvPr id="32" name="Afbeelding 31">
              <a:extLst>
                <a:ext uri="{FF2B5EF4-FFF2-40B4-BE49-F238E27FC236}">
                  <a16:creationId xmlns:a16="http://schemas.microsoft.com/office/drawing/2014/main" id="{C5A9B3AC-B383-4C9B-BD10-10F2C56A21B7}"/>
                </a:ext>
              </a:extLst>
            </p:cNvPr>
            <p:cNvPicPr>
              <a:picLocks noChangeAspect="1"/>
            </p:cNvPicPr>
            <p:nvPr userDrawn="1"/>
          </p:nvPicPr>
          <p:blipFill>
            <a:blip r:embed="rId4"/>
            <a:stretch>
              <a:fillRect/>
            </a:stretch>
          </p:blipFill>
          <p:spPr>
            <a:xfrm>
              <a:off x="-1730279" y="3784986"/>
              <a:ext cx="962025" cy="247650"/>
            </a:xfrm>
            <a:prstGeom prst="rect">
              <a:avLst/>
            </a:prstGeom>
          </p:spPr>
        </p:pic>
      </p:grpSp>
      <p:sp>
        <p:nvSpPr>
          <p:cNvPr id="33" name="Toelichting 2">
            <a:extLst>
              <a:ext uri="{FF2B5EF4-FFF2-40B4-BE49-F238E27FC236}">
                <a16:creationId xmlns:a16="http://schemas.microsoft.com/office/drawing/2014/main" id="{7D5D2241-B490-4F41-BEC3-53F45C84B0B5}"/>
              </a:ext>
            </a:extLst>
          </p:cNvPr>
          <p:cNvSpPr txBox="1"/>
          <p:nvPr userDrawn="1"/>
        </p:nvSpPr>
        <p:spPr>
          <a:xfrm>
            <a:off x="-2172832" y="2500247"/>
            <a:ext cx="2141781" cy="4308872"/>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Licht of donker</a:t>
            </a:r>
          </a:p>
          <a:p>
            <a:pPr>
              <a:lnSpc>
                <a:spcPct val="100000"/>
              </a:lnSpc>
            </a:pPr>
            <a:r>
              <a:rPr lang="nl-NL" sz="1000" b="0" baseline="0" noProof="1">
                <a:solidFill>
                  <a:schemeClr val="tx1"/>
                </a:solidFill>
                <a:latin typeface="+mn-lt"/>
                <a:cs typeface="Arial" panose="020B0604020202020204" pitchFamily="34" charset="0"/>
              </a:rPr>
              <a:t>Deze template bevat twee ontwerpen: één met voornamelijk witte en één met voornamelijk donkergrijze achtergronden.</a:t>
            </a:r>
          </a:p>
          <a:p>
            <a:pPr>
              <a:lnSpc>
                <a:spcPct val="100000"/>
              </a:lnSpc>
            </a:pPr>
            <a:endParaRPr lang="nl-NL" sz="1000" b="0" baseline="0" noProof="1">
              <a:solidFill>
                <a:schemeClr val="tx1"/>
              </a:solidFill>
              <a:latin typeface="+mn-lt"/>
              <a:cs typeface="Arial" panose="020B0604020202020204" pitchFamily="34" charset="0"/>
            </a:endParaRPr>
          </a:p>
          <a:p>
            <a:pPr>
              <a:lnSpc>
                <a:spcPct val="100000"/>
              </a:lnSpc>
            </a:pPr>
            <a:r>
              <a:rPr lang="nl-NL" sz="1000" b="0" baseline="0" noProof="1">
                <a:solidFill>
                  <a:schemeClr val="tx1"/>
                </a:solidFill>
                <a:latin typeface="+mn-lt"/>
                <a:cs typeface="Arial" panose="020B0604020202020204" pitchFamily="34" charset="0"/>
              </a:rPr>
              <a:t>In de ruimte waar je presenteert kun je kiezen welke van de twee het prettigst is. Je kiest één van de twee ontwerpen als volgt:</a:t>
            </a: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Klik op tab </a:t>
            </a:r>
            <a:r>
              <a:rPr lang="nl-NL" sz="1000" b="1" baseline="0" noProof="1">
                <a:solidFill>
                  <a:schemeClr val="tx1"/>
                </a:solidFill>
                <a:latin typeface="+mn-lt"/>
                <a:cs typeface="Arial" panose="020B0604020202020204" pitchFamily="34" charset="0"/>
              </a:rPr>
              <a:t>Ontwerpen</a:t>
            </a: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Uiterst links staan de twee ontwerpen van InfoSupport:</a:t>
            </a: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endParaRPr lang="nl-NL" sz="1000" b="0" baseline="0" noProof="1">
              <a:solidFill>
                <a:schemeClr val="tx1"/>
              </a:solidFill>
              <a:latin typeface="+mn-lt"/>
              <a:cs typeface="Arial" panose="020B0604020202020204" pitchFamily="34" charset="0"/>
            </a:endParaRP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Klik op het gewenste ontwerp.</a:t>
            </a:r>
          </a:p>
          <a:p>
            <a:pPr marL="171450" indent="-171450">
              <a:lnSpc>
                <a:spcPct val="100000"/>
              </a:lnSpc>
              <a:buFont typeface="Arial" panose="020B0604020202020204" pitchFamily="34" charset="0"/>
              <a:buChar char="•"/>
            </a:pPr>
            <a:r>
              <a:rPr lang="nl-NL" sz="1000" b="0" baseline="0" noProof="1">
                <a:solidFill>
                  <a:schemeClr val="tx1"/>
                </a:solidFill>
                <a:latin typeface="+mn-lt"/>
                <a:cs typeface="Arial" panose="020B0604020202020204" pitchFamily="34" charset="0"/>
              </a:rPr>
              <a:t>Alle dia’s in je presentatie worden omgezet naar dat ontwerp.</a:t>
            </a:r>
          </a:p>
          <a:p>
            <a:pPr marL="0" indent="0">
              <a:lnSpc>
                <a:spcPct val="100000"/>
              </a:lnSpc>
              <a:buFont typeface="Arial" panose="020B0604020202020204" pitchFamily="34" charset="0"/>
              <a:buNone/>
            </a:pPr>
            <a:endParaRPr lang="nl-NL" sz="1000" b="0" i="1"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00" b="0" i="1" baseline="0" noProof="1">
                <a:solidFill>
                  <a:schemeClr val="tx1"/>
                </a:solidFill>
                <a:latin typeface="+mn-lt"/>
                <a:cs typeface="Arial" panose="020B0604020202020204" pitchFamily="34" charset="0"/>
              </a:rPr>
              <a:t>Let op: eventueel handmatig opgemaakte dia’s worden </a:t>
            </a:r>
            <a:r>
              <a:rPr lang="nl-NL" sz="1000" b="0" i="1" u="sng" baseline="0" noProof="1">
                <a:solidFill>
                  <a:schemeClr val="tx1"/>
                </a:solidFill>
                <a:latin typeface="+mn-lt"/>
                <a:cs typeface="Arial" panose="020B0604020202020204" pitchFamily="34" charset="0"/>
              </a:rPr>
              <a:t>niet</a:t>
            </a:r>
            <a:r>
              <a:rPr lang="nl-NL" sz="1000" b="0" i="1" baseline="0" noProof="1">
                <a:solidFill>
                  <a:schemeClr val="tx1"/>
                </a:solidFill>
                <a:latin typeface="+mn-lt"/>
                <a:cs typeface="Arial" panose="020B0604020202020204" pitchFamily="34" charset="0"/>
              </a:rPr>
              <a:t> omgezet.</a:t>
            </a:r>
          </a:p>
        </p:txBody>
      </p:sp>
      <p:pic>
        <p:nvPicPr>
          <p:cNvPr id="34" name="Afbeelding 33">
            <a:extLst>
              <a:ext uri="{FF2B5EF4-FFF2-40B4-BE49-F238E27FC236}">
                <a16:creationId xmlns:a16="http://schemas.microsoft.com/office/drawing/2014/main" id="{457FD49A-98E0-428B-A504-647F1B67AD5A}"/>
              </a:ext>
            </a:extLst>
          </p:cNvPr>
          <p:cNvPicPr>
            <a:picLocks noChangeAspect="1"/>
          </p:cNvPicPr>
          <p:nvPr userDrawn="1"/>
        </p:nvPicPr>
        <p:blipFill>
          <a:blip r:embed="rId5"/>
          <a:stretch>
            <a:fillRect/>
          </a:stretch>
        </p:blipFill>
        <p:spPr>
          <a:xfrm>
            <a:off x="-2020432" y="4534453"/>
            <a:ext cx="1827354" cy="1067068"/>
          </a:xfrm>
          <a:prstGeom prst="rect">
            <a:avLst/>
          </a:prstGeom>
        </p:spPr>
      </p:pic>
    </p:spTree>
    <p:extLst>
      <p:ext uri="{BB962C8B-B14F-4D97-AF65-F5344CB8AC3E}">
        <p14:creationId xmlns:p14="http://schemas.microsoft.com/office/powerpoint/2010/main" val="20822960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el en object">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9A4D82EB-A068-41A9-80F3-33E950159D34}"/>
              </a:ext>
            </a:extLst>
          </p:cNvPr>
          <p:cNvSpPr>
            <a:spLocks noGrp="1"/>
          </p:cNvSpPr>
          <p:nvPr>
            <p:ph idx="1"/>
          </p:nvPr>
        </p:nvSpPr>
        <p:spPr/>
        <p:txBody>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7" name="Toelichting 2">
            <a:extLst>
              <a:ext uri="{FF2B5EF4-FFF2-40B4-BE49-F238E27FC236}">
                <a16:creationId xmlns:a16="http://schemas.microsoft.com/office/drawing/2014/main" id="{C02237BE-ACED-416B-B03B-35F33FCB7DCE}"/>
              </a:ext>
            </a:extLst>
          </p:cNvPr>
          <p:cNvSpPr txBox="1"/>
          <p:nvPr userDrawn="1"/>
        </p:nvSpPr>
        <p:spPr>
          <a:xfrm>
            <a:off x="-2105892" y="1897500"/>
            <a:ext cx="1979503" cy="4154984"/>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Tekst opmaken</a:t>
            </a:r>
            <a:endParaRPr lang="nl-NL" sz="1000" baseline="0" noProof="1">
              <a:solidFill>
                <a:schemeClr val="accent2"/>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In tekstkaders zijn negen opmaakstijlen ingesteld:</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streepje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pijltje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blokje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‘tilde’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Platte tekst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Tussenkopje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nummers</a:t>
            </a: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Je kiest een stijl door </a:t>
            </a:r>
            <a:r>
              <a:rPr lang="nl-NL" sz="1000" i="1" baseline="0" noProof="1">
                <a:solidFill>
                  <a:schemeClr val="tx1"/>
                </a:solidFill>
                <a:latin typeface="+mn-lt"/>
                <a:cs typeface="Arial" panose="020B0604020202020204" pitchFamily="34" charset="0"/>
              </a:rPr>
              <a:t>aan het begin van een regel </a:t>
            </a:r>
            <a:r>
              <a:rPr lang="nl-NL" sz="1000" baseline="0" noProof="1">
                <a:solidFill>
                  <a:schemeClr val="tx1"/>
                </a:solidFill>
                <a:latin typeface="+mn-lt"/>
                <a:cs typeface="Arial" panose="020B0604020202020204" pitchFamily="34" charset="0"/>
              </a:rPr>
              <a:t>op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of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te drukken:</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volgende</a:t>
            </a:r>
            <a:r>
              <a:rPr lang="nl-NL" sz="1000" baseline="0" noProof="1">
                <a:solidFill>
                  <a:schemeClr val="tx1"/>
                </a:solidFill>
                <a:latin typeface="+mn-lt"/>
                <a:cs typeface="Arial" panose="020B0604020202020204" pitchFamily="34" charset="0"/>
              </a:rPr>
              <a:t> tekststijl.</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vorige</a:t>
            </a:r>
            <a:r>
              <a:rPr lang="nl-NL" sz="1000" i="0" u="none" baseline="0" noProof="1">
                <a:solidFill>
                  <a:schemeClr val="tx1"/>
                </a:solidFill>
                <a:latin typeface="+mn-lt"/>
                <a:cs typeface="Arial" panose="020B0604020202020204" pitchFamily="34" charset="0"/>
              </a:rPr>
              <a:t> tekststijl</a:t>
            </a:r>
          </a:p>
          <a:p>
            <a:pPr marL="0" indent="0">
              <a:lnSpc>
                <a:spcPct val="100000"/>
              </a:lnSpc>
              <a:buFont typeface="Arial" panose="020B0604020202020204" pitchFamily="34" charset="0"/>
              <a:buNone/>
            </a:pPr>
            <a:endParaRPr lang="nl-NL" sz="1000" i="0" u="none"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00" i="0" u="none" baseline="0" noProof="1">
                <a:solidFill>
                  <a:schemeClr val="tx1"/>
                </a:solidFill>
                <a:latin typeface="+mn-lt"/>
                <a:cs typeface="Arial" panose="020B0604020202020204" pitchFamily="34" charset="0"/>
              </a:rPr>
              <a:t>Je kunt meerdere ‘sprongen’ tegelijk voor- of achteruit maken als je b.v. van niveau 1 naar niveau 4 wilt gaan. Je drukt dan aan het begin van een regel meerdere keren op </a:t>
            </a:r>
            <a:r>
              <a:rPr lang="nl-NL" sz="1000" b="1" i="0" u="none" baseline="0" noProof="1">
                <a:solidFill>
                  <a:schemeClr val="tx1"/>
                </a:solidFill>
                <a:latin typeface="+mn-lt"/>
                <a:cs typeface="Arial" panose="020B0604020202020204" pitchFamily="34" charset="0"/>
              </a:rPr>
              <a:t>[Tab]</a:t>
            </a:r>
            <a:r>
              <a:rPr lang="nl-NL" sz="1000" i="0" u="none" baseline="0" noProof="1">
                <a:solidFill>
                  <a:schemeClr val="tx1"/>
                </a:solidFill>
                <a:latin typeface="+mn-lt"/>
                <a:cs typeface="Arial" panose="020B0604020202020204" pitchFamily="34" charset="0"/>
              </a:rPr>
              <a:t> of </a:t>
            </a:r>
            <a:r>
              <a:rPr lang="nl-NL" sz="1000" b="1" i="0" u="none" baseline="0" noProof="1">
                <a:solidFill>
                  <a:schemeClr val="tx1"/>
                </a:solidFill>
                <a:latin typeface="+mn-lt"/>
                <a:cs typeface="Arial" panose="020B0604020202020204" pitchFamily="34" charset="0"/>
              </a:rPr>
              <a:t>[Shift]+[Tab].</a:t>
            </a:r>
          </a:p>
        </p:txBody>
      </p:sp>
      <p:sp>
        <p:nvSpPr>
          <p:cNvPr id="4" name="Titel 3">
            <a:extLst>
              <a:ext uri="{FF2B5EF4-FFF2-40B4-BE49-F238E27FC236}">
                <a16:creationId xmlns:a16="http://schemas.microsoft.com/office/drawing/2014/main" id="{A635C0F4-5237-4F1A-B811-55FEE922453D}"/>
              </a:ext>
            </a:extLst>
          </p:cNvPr>
          <p:cNvSpPr>
            <a:spLocks noGrp="1"/>
          </p:cNvSpPr>
          <p:nvPr>
            <p:ph type="title"/>
          </p:nvPr>
        </p:nvSpPr>
        <p:spPr/>
        <p:txBody>
          <a:bodyPr/>
          <a:lstStyle/>
          <a:p>
            <a:r>
              <a:rPr lang="nl-NL" dirty="0"/>
              <a:t>Klik om stijl te bewerken</a:t>
            </a:r>
          </a:p>
        </p:txBody>
      </p:sp>
    </p:spTree>
    <p:extLst>
      <p:ext uri="{BB962C8B-B14F-4D97-AF65-F5344CB8AC3E}">
        <p14:creationId xmlns:p14="http://schemas.microsoft.com/office/powerpoint/2010/main" val="36711981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el en tekst 1">
    <p:spTree>
      <p:nvGrpSpPr>
        <p:cNvPr id="1" name=""/>
        <p:cNvGrpSpPr/>
        <p:nvPr/>
      </p:nvGrpSpPr>
      <p:grpSpPr>
        <a:xfrm>
          <a:off x="0" y="0"/>
          <a:ext cx="0" cy="0"/>
          <a:chOff x="0" y="0"/>
          <a:chExt cx="0" cy="0"/>
        </a:xfrm>
      </p:grpSpPr>
      <p:sp>
        <p:nvSpPr>
          <p:cNvPr id="7" name="Toelichting 2">
            <a:extLst>
              <a:ext uri="{FF2B5EF4-FFF2-40B4-BE49-F238E27FC236}">
                <a16:creationId xmlns:a16="http://schemas.microsoft.com/office/drawing/2014/main" id="{C02237BE-ACED-416B-B03B-35F33FCB7DCE}"/>
              </a:ext>
            </a:extLst>
          </p:cNvPr>
          <p:cNvSpPr txBox="1"/>
          <p:nvPr userDrawn="1"/>
        </p:nvSpPr>
        <p:spPr>
          <a:xfrm>
            <a:off x="-2105892" y="1897500"/>
            <a:ext cx="1979503" cy="4154984"/>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Tekst opmaken</a:t>
            </a:r>
            <a:endParaRPr lang="nl-NL" sz="1000" baseline="0" noProof="1">
              <a:solidFill>
                <a:schemeClr val="accent2"/>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In tekstkaders zijn negen opmaakstijlen ingesteld:</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streepje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pijltje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blokje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‘tilde’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Platte tekst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Tussenkopje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nummers</a:t>
            </a: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Je kiest een stijl door </a:t>
            </a:r>
            <a:r>
              <a:rPr lang="nl-NL" sz="1000" i="1" baseline="0" noProof="1">
                <a:solidFill>
                  <a:schemeClr val="tx1"/>
                </a:solidFill>
                <a:latin typeface="+mn-lt"/>
                <a:cs typeface="Arial" panose="020B0604020202020204" pitchFamily="34" charset="0"/>
              </a:rPr>
              <a:t>aan het begin van een regel </a:t>
            </a:r>
            <a:r>
              <a:rPr lang="nl-NL" sz="1000" baseline="0" noProof="1">
                <a:solidFill>
                  <a:schemeClr val="tx1"/>
                </a:solidFill>
                <a:latin typeface="+mn-lt"/>
                <a:cs typeface="Arial" panose="020B0604020202020204" pitchFamily="34" charset="0"/>
              </a:rPr>
              <a:t>op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of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te drukken:</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volgende</a:t>
            </a:r>
            <a:r>
              <a:rPr lang="nl-NL" sz="1000" baseline="0" noProof="1">
                <a:solidFill>
                  <a:schemeClr val="tx1"/>
                </a:solidFill>
                <a:latin typeface="+mn-lt"/>
                <a:cs typeface="Arial" panose="020B0604020202020204" pitchFamily="34" charset="0"/>
              </a:rPr>
              <a:t> tekststijl.</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vorige</a:t>
            </a:r>
            <a:r>
              <a:rPr lang="nl-NL" sz="1000" i="0" u="none" baseline="0" noProof="1">
                <a:solidFill>
                  <a:schemeClr val="tx1"/>
                </a:solidFill>
                <a:latin typeface="+mn-lt"/>
                <a:cs typeface="Arial" panose="020B0604020202020204" pitchFamily="34" charset="0"/>
              </a:rPr>
              <a:t> tekststijl</a:t>
            </a:r>
          </a:p>
          <a:p>
            <a:pPr marL="0" indent="0">
              <a:lnSpc>
                <a:spcPct val="100000"/>
              </a:lnSpc>
              <a:buFont typeface="Arial" panose="020B0604020202020204" pitchFamily="34" charset="0"/>
              <a:buNone/>
            </a:pPr>
            <a:endParaRPr lang="nl-NL" sz="1000" i="0" u="none"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00" i="0" u="none" baseline="0" noProof="1">
                <a:solidFill>
                  <a:schemeClr val="tx1"/>
                </a:solidFill>
                <a:latin typeface="+mn-lt"/>
                <a:cs typeface="Arial" panose="020B0604020202020204" pitchFamily="34" charset="0"/>
              </a:rPr>
              <a:t>Je kunt meerdere ‘sprongen’ tegelijk voor- of achteruit maken als je b.v. van niveau 1 naar niveau 4 wilt gaan. Je drukt dan aan het begin van een regel meerdere keren op </a:t>
            </a:r>
            <a:r>
              <a:rPr lang="nl-NL" sz="1000" b="1" i="0" u="none" baseline="0" noProof="1">
                <a:solidFill>
                  <a:schemeClr val="tx1"/>
                </a:solidFill>
                <a:latin typeface="+mn-lt"/>
                <a:cs typeface="Arial" panose="020B0604020202020204" pitchFamily="34" charset="0"/>
              </a:rPr>
              <a:t>[Tab]</a:t>
            </a:r>
            <a:r>
              <a:rPr lang="nl-NL" sz="1000" i="0" u="none" baseline="0" noProof="1">
                <a:solidFill>
                  <a:schemeClr val="tx1"/>
                </a:solidFill>
                <a:latin typeface="+mn-lt"/>
                <a:cs typeface="Arial" panose="020B0604020202020204" pitchFamily="34" charset="0"/>
              </a:rPr>
              <a:t> of </a:t>
            </a:r>
            <a:r>
              <a:rPr lang="nl-NL" sz="1000" b="1" i="0" u="none" baseline="0" noProof="1">
                <a:solidFill>
                  <a:schemeClr val="tx1"/>
                </a:solidFill>
                <a:latin typeface="+mn-lt"/>
                <a:cs typeface="Arial" panose="020B0604020202020204" pitchFamily="34" charset="0"/>
              </a:rPr>
              <a:t>[Shift]+[Tab].</a:t>
            </a:r>
          </a:p>
        </p:txBody>
      </p:sp>
      <p:sp>
        <p:nvSpPr>
          <p:cNvPr id="4" name="Titel 3">
            <a:extLst>
              <a:ext uri="{FF2B5EF4-FFF2-40B4-BE49-F238E27FC236}">
                <a16:creationId xmlns:a16="http://schemas.microsoft.com/office/drawing/2014/main" id="{A635C0F4-5237-4F1A-B811-55FEE922453D}"/>
              </a:ext>
            </a:extLst>
          </p:cNvPr>
          <p:cNvSpPr>
            <a:spLocks noGrp="1"/>
          </p:cNvSpPr>
          <p:nvPr>
            <p:ph type="title"/>
          </p:nvPr>
        </p:nvSpPr>
        <p:spPr/>
        <p:txBody>
          <a:bodyPr/>
          <a:lstStyle/>
          <a:p>
            <a:r>
              <a:rPr lang="nl-NL" dirty="0"/>
              <a:t>Klik om stijl te bewerken</a:t>
            </a:r>
          </a:p>
        </p:txBody>
      </p:sp>
      <p:sp>
        <p:nvSpPr>
          <p:cNvPr id="5" name="Tijdelijke aanduiding voor tekst 4">
            <a:extLst>
              <a:ext uri="{FF2B5EF4-FFF2-40B4-BE49-F238E27FC236}">
                <a16:creationId xmlns:a16="http://schemas.microsoft.com/office/drawing/2014/main" id="{64C97EC5-E070-465A-AFF6-979AE75863DD}"/>
              </a:ext>
            </a:extLst>
          </p:cNvPr>
          <p:cNvSpPr>
            <a:spLocks noGrp="1"/>
          </p:cNvSpPr>
          <p:nvPr>
            <p:ph type="body" sz="quarter" idx="10"/>
          </p:nvPr>
        </p:nvSpPr>
        <p:spPr>
          <a:xfrm>
            <a:off x="1296000" y="2016000"/>
            <a:ext cx="9864000" cy="4140000"/>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8" name="Rechthoekige driehoek 7">
            <a:extLst>
              <a:ext uri="{FF2B5EF4-FFF2-40B4-BE49-F238E27FC236}">
                <a16:creationId xmlns:a16="http://schemas.microsoft.com/office/drawing/2014/main" id="{FC531A8F-4551-47F9-9AFA-3A736CB2DFE5}"/>
              </a:ext>
            </a:extLst>
          </p:cNvPr>
          <p:cNvSpPr/>
          <p:nvPr userDrawn="1"/>
        </p:nvSpPr>
        <p:spPr>
          <a:xfrm rot="5400000">
            <a:off x="11400000" y="0"/>
            <a:ext cx="792000" cy="7920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 name="Rechthoek 5">
            <a:extLst>
              <a:ext uri="{FF2B5EF4-FFF2-40B4-BE49-F238E27FC236}">
                <a16:creationId xmlns:a16="http://schemas.microsoft.com/office/drawing/2014/main" id="{F9A8806D-DC6A-4097-B437-37410FFC11B7}"/>
              </a:ext>
            </a:extLst>
          </p:cNvPr>
          <p:cNvSpPr/>
          <p:nvPr userDrawn="1"/>
        </p:nvSpPr>
        <p:spPr>
          <a:xfrm>
            <a:off x="11400000" y="6066000"/>
            <a:ext cx="792000" cy="792000"/>
          </a:xfrm>
          <a:prstGeom prst="rect">
            <a:avLst/>
          </a:prstGeom>
          <a:solidFill>
            <a:srgbClr val="5F5F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28867678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el en tekst 2">
    <p:spTree>
      <p:nvGrpSpPr>
        <p:cNvPr id="1" name=""/>
        <p:cNvGrpSpPr/>
        <p:nvPr/>
      </p:nvGrpSpPr>
      <p:grpSpPr>
        <a:xfrm>
          <a:off x="0" y="0"/>
          <a:ext cx="0" cy="0"/>
          <a:chOff x="0" y="0"/>
          <a:chExt cx="0" cy="0"/>
        </a:xfrm>
      </p:grpSpPr>
      <p:sp>
        <p:nvSpPr>
          <p:cNvPr id="7" name="Toelichting 2">
            <a:extLst>
              <a:ext uri="{FF2B5EF4-FFF2-40B4-BE49-F238E27FC236}">
                <a16:creationId xmlns:a16="http://schemas.microsoft.com/office/drawing/2014/main" id="{C02237BE-ACED-416B-B03B-35F33FCB7DCE}"/>
              </a:ext>
            </a:extLst>
          </p:cNvPr>
          <p:cNvSpPr txBox="1"/>
          <p:nvPr userDrawn="1"/>
        </p:nvSpPr>
        <p:spPr>
          <a:xfrm>
            <a:off x="-2105892" y="1897500"/>
            <a:ext cx="1979503" cy="4154984"/>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Tekst opmaken</a:t>
            </a:r>
            <a:endParaRPr lang="nl-NL" sz="1000" baseline="0" noProof="1">
              <a:solidFill>
                <a:schemeClr val="accent2"/>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In tekstkaders zijn negen opmaakstijlen ingesteld:</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streepje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pijltje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blokje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‘tilde’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Platte tekst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Tussenkopje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nummers</a:t>
            </a: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Je kiest een stijl door </a:t>
            </a:r>
            <a:r>
              <a:rPr lang="nl-NL" sz="1000" i="1" baseline="0" noProof="1">
                <a:solidFill>
                  <a:schemeClr val="tx1"/>
                </a:solidFill>
                <a:latin typeface="+mn-lt"/>
                <a:cs typeface="Arial" panose="020B0604020202020204" pitchFamily="34" charset="0"/>
              </a:rPr>
              <a:t>aan het begin van een regel </a:t>
            </a:r>
            <a:r>
              <a:rPr lang="nl-NL" sz="1000" baseline="0" noProof="1">
                <a:solidFill>
                  <a:schemeClr val="tx1"/>
                </a:solidFill>
                <a:latin typeface="+mn-lt"/>
                <a:cs typeface="Arial" panose="020B0604020202020204" pitchFamily="34" charset="0"/>
              </a:rPr>
              <a:t>op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of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te drukken:</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volgende</a:t>
            </a:r>
            <a:r>
              <a:rPr lang="nl-NL" sz="1000" baseline="0" noProof="1">
                <a:solidFill>
                  <a:schemeClr val="tx1"/>
                </a:solidFill>
                <a:latin typeface="+mn-lt"/>
                <a:cs typeface="Arial" panose="020B0604020202020204" pitchFamily="34" charset="0"/>
              </a:rPr>
              <a:t> tekststijl.</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vorige</a:t>
            </a:r>
            <a:r>
              <a:rPr lang="nl-NL" sz="1000" i="0" u="none" baseline="0" noProof="1">
                <a:solidFill>
                  <a:schemeClr val="tx1"/>
                </a:solidFill>
                <a:latin typeface="+mn-lt"/>
                <a:cs typeface="Arial" panose="020B0604020202020204" pitchFamily="34" charset="0"/>
              </a:rPr>
              <a:t> tekststijl</a:t>
            </a:r>
          </a:p>
          <a:p>
            <a:pPr marL="0" indent="0">
              <a:lnSpc>
                <a:spcPct val="100000"/>
              </a:lnSpc>
              <a:buFont typeface="Arial" panose="020B0604020202020204" pitchFamily="34" charset="0"/>
              <a:buNone/>
            </a:pPr>
            <a:endParaRPr lang="nl-NL" sz="1000" i="0" u="none"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00" i="0" u="none" baseline="0" noProof="1">
                <a:solidFill>
                  <a:schemeClr val="tx1"/>
                </a:solidFill>
                <a:latin typeface="+mn-lt"/>
                <a:cs typeface="Arial" panose="020B0604020202020204" pitchFamily="34" charset="0"/>
              </a:rPr>
              <a:t>Je kunt meerdere ‘sprongen’ tegelijk voor- of achteruit maken als je b.v. van niveau 1 naar niveau 4 wilt gaan. Je drukt dan aan het begin van een regel meerdere keren op </a:t>
            </a:r>
            <a:r>
              <a:rPr lang="nl-NL" sz="1000" b="1" i="0" u="none" baseline="0" noProof="1">
                <a:solidFill>
                  <a:schemeClr val="tx1"/>
                </a:solidFill>
                <a:latin typeface="+mn-lt"/>
                <a:cs typeface="Arial" panose="020B0604020202020204" pitchFamily="34" charset="0"/>
              </a:rPr>
              <a:t>[Tab]</a:t>
            </a:r>
            <a:r>
              <a:rPr lang="nl-NL" sz="1000" i="0" u="none" baseline="0" noProof="1">
                <a:solidFill>
                  <a:schemeClr val="tx1"/>
                </a:solidFill>
                <a:latin typeface="+mn-lt"/>
                <a:cs typeface="Arial" panose="020B0604020202020204" pitchFamily="34" charset="0"/>
              </a:rPr>
              <a:t> of </a:t>
            </a:r>
            <a:r>
              <a:rPr lang="nl-NL" sz="1000" b="1" i="0" u="none" baseline="0" noProof="1">
                <a:solidFill>
                  <a:schemeClr val="tx1"/>
                </a:solidFill>
                <a:latin typeface="+mn-lt"/>
                <a:cs typeface="Arial" panose="020B0604020202020204" pitchFamily="34" charset="0"/>
              </a:rPr>
              <a:t>[Shift]+[Tab].</a:t>
            </a:r>
          </a:p>
        </p:txBody>
      </p:sp>
      <p:sp>
        <p:nvSpPr>
          <p:cNvPr id="4" name="Titel 3">
            <a:extLst>
              <a:ext uri="{FF2B5EF4-FFF2-40B4-BE49-F238E27FC236}">
                <a16:creationId xmlns:a16="http://schemas.microsoft.com/office/drawing/2014/main" id="{A635C0F4-5237-4F1A-B811-55FEE922453D}"/>
              </a:ext>
            </a:extLst>
          </p:cNvPr>
          <p:cNvSpPr>
            <a:spLocks noGrp="1"/>
          </p:cNvSpPr>
          <p:nvPr>
            <p:ph type="title"/>
          </p:nvPr>
        </p:nvSpPr>
        <p:spPr/>
        <p:txBody>
          <a:bodyPr/>
          <a:lstStyle/>
          <a:p>
            <a:r>
              <a:rPr lang="nl-NL" dirty="0"/>
              <a:t>Klik om stijl te bewerken</a:t>
            </a:r>
          </a:p>
        </p:txBody>
      </p:sp>
      <p:sp>
        <p:nvSpPr>
          <p:cNvPr id="5" name="Tijdelijke aanduiding voor tekst 4">
            <a:extLst>
              <a:ext uri="{FF2B5EF4-FFF2-40B4-BE49-F238E27FC236}">
                <a16:creationId xmlns:a16="http://schemas.microsoft.com/office/drawing/2014/main" id="{64C97EC5-E070-465A-AFF6-979AE75863DD}"/>
              </a:ext>
            </a:extLst>
          </p:cNvPr>
          <p:cNvSpPr>
            <a:spLocks noGrp="1"/>
          </p:cNvSpPr>
          <p:nvPr>
            <p:ph type="body" sz="quarter" idx="10"/>
          </p:nvPr>
        </p:nvSpPr>
        <p:spPr>
          <a:xfrm>
            <a:off x="1296000" y="2016000"/>
            <a:ext cx="9864000" cy="4140000"/>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6" name="Rechthoek 5">
            <a:extLst>
              <a:ext uri="{FF2B5EF4-FFF2-40B4-BE49-F238E27FC236}">
                <a16:creationId xmlns:a16="http://schemas.microsoft.com/office/drawing/2014/main" id="{F9A8806D-DC6A-4097-B437-37410FFC11B7}"/>
              </a:ext>
            </a:extLst>
          </p:cNvPr>
          <p:cNvSpPr/>
          <p:nvPr userDrawn="1"/>
        </p:nvSpPr>
        <p:spPr>
          <a:xfrm>
            <a:off x="11400000" y="6066000"/>
            <a:ext cx="792000" cy="792000"/>
          </a:xfrm>
          <a:prstGeom prst="rect">
            <a:avLst/>
          </a:prstGeom>
          <a:solidFill>
            <a:srgbClr val="5F5F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Rechthoekige driehoek 8">
            <a:extLst>
              <a:ext uri="{FF2B5EF4-FFF2-40B4-BE49-F238E27FC236}">
                <a16:creationId xmlns:a16="http://schemas.microsoft.com/office/drawing/2014/main" id="{78D48DBC-5B26-413F-A3E8-6F3FE44EA963}"/>
              </a:ext>
            </a:extLst>
          </p:cNvPr>
          <p:cNvSpPr/>
          <p:nvPr userDrawn="1"/>
        </p:nvSpPr>
        <p:spPr>
          <a:xfrm rot="16200000">
            <a:off x="0" y="6066000"/>
            <a:ext cx="792000" cy="7920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2" name="Afbeelding 1">
            <a:extLst>
              <a:ext uri="{FF2B5EF4-FFF2-40B4-BE49-F238E27FC236}">
                <a16:creationId xmlns:a16="http://schemas.microsoft.com/office/drawing/2014/main" id="{AB1DF3A1-5262-49FE-9270-4B82F9B65121}"/>
              </a:ext>
            </a:extLst>
          </p:cNvPr>
          <p:cNvPicPr>
            <a:picLocks noChangeAspect="1"/>
          </p:cNvPicPr>
          <p:nvPr userDrawn="1"/>
        </p:nvPicPr>
        <p:blipFill rotWithShape="1">
          <a:blip r:embed="rId2"/>
          <a:srcRect l="25766" t="7174" b="9213"/>
          <a:stretch/>
        </p:blipFill>
        <p:spPr>
          <a:xfrm>
            <a:off x="11400000" y="719999"/>
            <a:ext cx="792000" cy="2298971"/>
          </a:xfrm>
          <a:prstGeom prst="rect">
            <a:avLst/>
          </a:prstGeom>
        </p:spPr>
      </p:pic>
    </p:spTree>
    <p:extLst>
      <p:ext uri="{BB962C8B-B14F-4D97-AF65-F5344CB8AC3E}">
        <p14:creationId xmlns:p14="http://schemas.microsoft.com/office/powerpoint/2010/main" val="42223930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nhoud van twee">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A4ED5F24-06BD-462B-BA0F-255F2F811124}"/>
              </a:ext>
            </a:extLst>
          </p:cNvPr>
          <p:cNvSpPr>
            <a:spLocks noGrp="1"/>
          </p:cNvSpPr>
          <p:nvPr>
            <p:ph sz="half" idx="1"/>
          </p:nvPr>
        </p:nvSpPr>
        <p:spPr>
          <a:xfrm>
            <a:off x="1296000" y="2016000"/>
            <a:ext cx="4752000" cy="4140000"/>
          </a:xfrm>
        </p:spPr>
        <p:txBody>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inhoud 3">
            <a:extLst>
              <a:ext uri="{FF2B5EF4-FFF2-40B4-BE49-F238E27FC236}">
                <a16:creationId xmlns:a16="http://schemas.microsoft.com/office/drawing/2014/main" id="{4D9AC1BE-8B1E-470A-A65A-4D969FAD102E}"/>
              </a:ext>
            </a:extLst>
          </p:cNvPr>
          <p:cNvSpPr>
            <a:spLocks noGrp="1"/>
          </p:cNvSpPr>
          <p:nvPr>
            <p:ph sz="half" idx="2"/>
          </p:nvPr>
        </p:nvSpPr>
        <p:spPr>
          <a:xfrm>
            <a:off x="6408000" y="2016000"/>
            <a:ext cx="4752000" cy="4140000"/>
          </a:xfrm>
        </p:spPr>
        <p:txBody>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2" name="Titel 1">
            <a:extLst>
              <a:ext uri="{FF2B5EF4-FFF2-40B4-BE49-F238E27FC236}">
                <a16:creationId xmlns:a16="http://schemas.microsoft.com/office/drawing/2014/main" id="{955B43CF-2B78-4B0E-B67D-E748CB02A0F9}"/>
              </a:ext>
            </a:extLst>
          </p:cNvPr>
          <p:cNvSpPr>
            <a:spLocks noGrp="1"/>
          </p:cNvSpPr>
          <p:nvPr>
            <p:ph type="title"/>
          </p:nvPr>
        </p:nvSpPr>
        <p:spPr/>
        <p:txBody>
          <a:bodyPr/>
          <a:lstStyle/>
          <a:p>
            <a:r>
              <a:rPr lang="nl-NL"/>
              <a:t>Klik om stijl te bewerken</a:t>
            </a:r>
          </a:p>
        </p:txBody>
      </p:sp>
      <p:sp>
        <p:nvSpPr>
          <p:cNvPr id="6" name="Toelichting 2">
            <a:extLst>
              <a:ext uri="{FF2B5EF4-FFF2-40B4-BE49-F238E27FC236}">
                <a16:creationId xmlns:a16="http://schemas.microsoft.com/office/drawing/2014/main" id="{9ECE23F0-8627-4716-9A95-9334C2FD8F75}"/>
              </a:ext>
            </a:extLst>
          </p:cNvPr>
          <p:cNvSpPr txBox="1"/>
          <p:nvPr userDrawn="1"/>
        </p:nvSpPr>
        <p:spPr>
          <a:xfrm>
            <a:off x="-2105892" y="1897500"/>
            <a:ext cx="1979503" cy="4154984"/>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Tekst opmaken</a:t>
            </a:r>
            <a:endParaRPr lang="nl-NL" sz="1000" baseline="0" noProof="1">
              <a:solidFill>
                <a:schemeClr val="accent2"/>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In tekstkaders zijn negen opmaakstijlen ingesteld:</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streepje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pijltje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blokje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‘tilde’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Platte tekst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Tussenkopje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nummers</a:t>
            </a: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Je kiest een stijl door </a:t>
            </a:r>
            <a:r>
              <a:rPr lang="nl-NL" sz="1000" i="1" baseline="0" noProof="1">
                <a:solidFill>
                  <a:schemeClr val="tx1"/>
                </a:solidFill>
                <a:latin typeface="+mn-lt"/>
                <a:cs typeface="Arial" panose="020B0604020202020204" pitchFamily="34" charset="0"/>
              </a:rPr>
              <a:t>aan het begin van een regel </a:t>
            </a:r>
            <a:r>
              <a:rPr lang="nl-NL" sz="1000" baseline="0" noProof="1">
                <a:solidFill>
                  <a:schemeClr val="tx1"/>
                </a:solidFill>
                <a:latin typeface="+mn-lt"/>
                <a:cs typeface="Arial" panose="020B0604020202020204" pitchFamily="34" charset="0"/>
              </a:rPr>
              <a:t>op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of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te drukken:</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volgende</a:t>
            </a:r>
            <a:r>
              <a:rPr lang="nl-NL" sz="1000" baseline="0" noProof="1">
                <a:solidFill>
                  <a:schemeClr val="tx1"/>
                </a:solidFill>
                <a:latin typeface="+mn-lt"/>
                <a:cs typeface="Arial" panose="020B0604020202020204" pitchFamily="34" charset="0"/>
              </a:rPr>
              <a:t> tekststijl.</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vorige</a:t>
            </a:r>
            <a:r>
              <a:rPr lang="nl-NL" sz="1000" i="0" u="none" baseline="0" noProof="1">
                <a:solidFill>
                  <a:schemeClr val="tx1"/>
                </a:solidFill>
                <a:latin typeface="+mn-lt"/>
                <a:cs typeface="Arial" panose="020B0604020202020204" pitchFamily="34" charset="0"/>
              </a:rPr>
              <a:t> tekststijl</a:t>
            </a:r>
          </a:p>
          <a:p>
            <a:pPr marL="0" indent="0">
              <a:lnSpc>
                <a:spcPct val="100000"/>
              </a:lnSpc>
              <a:buFont typeface="Arial" panose="020B0604020202020204" pitchFamily="34" charset="0"/>
              <a:buNone/>
            </a:pPr>
            <a:endParaRPr lang="nl-NL" sz="1000" i="0" u="none"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00" i="0" u="none" baseline="0" noProof="1">
                <a:solidFill>
                  <a:schemeClr val="tx1"/>
                </a:solidFill>
                <a:latin typeface="+mn-lt"/>
                <a:cs typeface="Arial" panose="020B0604020202020204" pitchFamily="34" charset="0"/>
              </a:rPr>
              <a:t>Je kunt meerdere ‘sprongen’ tegelijk voor- of achteruit maken als je b.v. van niveau 1 naar niveau 4 wilt gaan. Je drukt dan aan het begin van een regel meerdere keren op </a:t>
            </a:r>
            <a:r>
              <a:rPr lang="nl-NL" sz="1000" b="1" i="0" u="none" baseline="0" noProof="1">
                <a:solidFill>
                  <a:schemeClr val="tx1"/>
                </a:solidFill>
                <a:latin typeface="+mn-lt"/>
                <a:cs typeface="Arial" panose="020B0604020202020204" pitchFamily="34" charset="0"/>
              </a:rPr>
              <a:t>[Tab]</a:t>
            </a:r>
            <a:r>
              <a:rPr lang="nl-NL" sz="1000" i="0" u="none" baseline="0" noProof="1">
                <a:solidFill>
                  <a:schemeClr val="tx1"/>
                </a:solidFill>
                <a:latin typeface="+mn-lt"/>
                <a:cs typeface="Arial" panose="020B0604020202020204" pitchFamily="34" charset="0"/>
              </a:rPr>
              <a:t> of </a:t>
            </a:r>
            <a:r>
              <a:rPr lang="nl-NL" sz="1000" b="1" i="0" u="none" baseline="0" noProof="1">
                <a:solidFill>
                  <a:schemeClr val="tx1"/>
                </a:solidFill>
                <a:latin typeface="+mn-lt"/>
                <a:cs typeface="Arial" panose="020B0604020202020204" pitchFamily="34" charset="0"/>
              </a:rPr>
              <a:t>[Shift]+[Tab].</a:t>
            </a:r>
          </a:p>
        </p:txBody>
      </p:sp>
    </p:spTree>
    <p:extLst>
      <p:ext uri="{BB962C8B-B14F-4D97-AF65-F5344CB8AC3E}">
        <p14:creationId xmlns:p14="http://schemas.microsoft.com/office/powerpoint/2010/main" val="29110125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nhoud van twee met ondertitel">
    <p:spTree>
      <p:nvGrpSpPr>
        <p:cNvPr id="1" name=""/>
        <p:cNvGrpSpPr/>
        <p:nvPr/>
      </p:nvGrpSpPr>
      <p:grpSpPr>
        <a:xfrm>
          <a:off x="0" y="0"/>
          <a:ext cx="0" cy="0"/>
          <a:chOff x="0" y="0"/>
          <a:chExt cx="0" cy="0"/>
        </a:xfrm>
      </p:grpSpPr>
      <p:sp>
        <p:nvSpPr>
          <p:cNvPr id="20" name="Rechthoekige driehoek 19">
            <a:extLst>
              <a:ext uri="{FF2B5EF4-FFF2-40B4-BE49-F238E27FC236}">
                <a16:creationId xmlns:a16="http://schemas.microsoft.com/office/drawing/2014/main" id="{407D44EA-1D44-4444-B862-4E1D768999CB}"/>
              </a:ext>
            </a:extLst>
          </p:cNvPr>
          <p:cNvSpPr/>
          <p:nvPr userDrawn="1"/>
        </p:nvSpPr>
        <p:spPr>
          <a:xfrm rot="5400000">
            <a:off x="0" y="0"/>
            <a:ext cx="792000" cy="7920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schemeClr val="bg1"/>
              </a:solidFill>
            </a:endParaRPr>
          </a:p>
        </p:txBody>
      </p:sp>
      <p:sp>
        <p:nvSpPr>
          <p:cNvPr id="5" name="Tijdelijke aanduiding voor tekst 4">
            <a:extLst>
              <a:ext uri="{FF2B5EF4-FFF2-40B4-BE49-F238E27FC236}">
                <a16:creationId xmlns:a16="http://schemas.microsoft.com/office/drawing/2014/main" id="{6390A494-4717-4029-B60D-381CEB1DF1E5}"/>
              </a:ext>
            </a:extLst>
          </p:cNvPr>
          <p:cNvSpPr>
            <a:spLocks noGrp="1"/>
          </p:cNvSpPr>
          <p:nvPr>
            <p:ph type="body" sz="quarter" idx="10" hasCustomPrompt="1"/>
          </p:nvPr>
        </p:nvSpPr>
        <p:spPr>
          <a:xfrm>
            <a:off x="1295999" y="2016000"/>
            <a:ext cx="9864000" cy="590550"/>
          </a:xfrm>
        </p:spPr>
        <p:txBody>
          <a:bodyPr>
            <a:noAutofit/>
          </a:bodyPr>
          <a:lstStyle>
            <a:lvl1pPr marL="0" indent="0">
              <a:buNone/>
              <a:defRPr/>
            </a:lvl1pPr>
          </a:lstStyle>
          <a:p>
            <a:pPr lvl="0"/>
            <a:r>
              <a:rPr lang="nl-NL" dirty="0"/>
              <a:t>[ondertitel]</a:t>
            </a:r>
          </a:p>
        </p:txBody>
      </p:sp>
      <p:sp>
        <p:nvSpPr>
          <p:cNvPr id="10" name="Tijdelijke aanduiding voor inhoud 2">
            <a:extLst>
              <a:ext uri="{FF2B5EF4-FFF2-40B4-BE49-F238E27FC236}">
                <a16:creationId xmlns:a16="http://schemas.microsoft.com/office/drawing/2014/main" id="{78713771-FD45-4006-8385-08CF79251655}"/>
              </a:ext>
            </a:extLst>
          </p:cNvPr>
          <p:cNvSpPr>
            <a:spLocks noGrp="1"/>
          </p:cNvSpPr>
          <p:nvPr>
            <p:ph sz="half" idx="1"/>
          </p:nvPr>
        </p:nvSpPr>
        <p:spPr>
          <a:xfrm>
            <a:off x="1296000" y="2613439"/>
            <a:ext cx="4752000" cy="3552500"/>
          </a:xfrm>
        </p:spPr>
        <p:txBody>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11" name="Tijdelijke aanduiding voor inhoud 3">
            <a:extLst>
              <a:ext uri="{FF2B5EF4-FFF2-40B4-BE49-F238E27FC236}">
                <a16:creationId xmlns:a16="http://schemas.microsoft.com/office/drawing/2014/main" id="{0FD2E632-CCBA-4A49-B173-C6E074472DBD}"/>
              </a:ext>
            </a:extLst>
          </p:cNvPr>
          <p:cNvSpPr>
            <a:spLocks noGrp="1"/>
          </p:cNvSpPr>
          <p:nvPr>
            <p:ph sz="half" idx="2"/>
          </p:nvPr>
        </p:nvSpPr>
        <p:spPr>
          <a:xfrm>
            <a:off x="6408000" y="2613439"/>
            <a:ext cx="4752000" cy="3552500"/>
          </a:xfrm>
        </p:spPr>
        <p:txBody>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2" name="Titel 1">
            <a:extLst>
              <a:ext uri="{FF2B5EF4-FFF2-40B4-BE49-F238E27FC236}">
                <a16:creationId xmlns:a16="http://schemas.microsoft.com/office/drawing/2014/main" id="{CC2FAE7D-E99E-42B0-A84F-B037C244792B}"/>
              </a:ext>
            </a:extLst>
          </p:cNvPr>
          <p:cNvSpPr>
            <a:spLocks noGrp="1"/>
          </p:cNvSpPr>
          <p:nvPr>
            <p:ph type="title"/>
          </p:nvPr>
        </p:nvSpPr>
        <p:spPr/>
        <p:txBody>
          <a:bodyPr/>
          <a:lstStyle/>
          <a:p>
            <a:r>
              <a:rPr lang="nl-NL" dirty="0"/>
              <a:t>Klik om stijl te bewerken</a:t>
            </a:r>
          </a:p>
        </p:txBody>
      </p:sp>
      <p:sp>
        <p:nvSpPr>
          <p:cNvPr id="7" name="Toelichting 2">
            <a:extLst>
              <a:ext uri="{FF2B5EF4-FFF2-40B4-BE49-F238E27FC236}">
                <a16:creationId xmlns:a16="http://schemas.microsoft.com/office/drawing/2014/main" id="{149F7343-3255-4669-BB27-E19C7C251BBF}"/>
              </a:ext>
            </a:extLst>
          </p:cNvPr>
          <p:cNvSpPr txBox="1"/>
          <p:nvPr userDrawn="1"/>
        </p:nvSpPr>
        <p:spPr>
          <a:xfrm>
            <a:off x="-2105892" y="1897500"/>
            <a:ext cx="1979503" cy="4154984"/>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Tekst opmaken</a:t>
            </a:r>
            <a:endParaRPr lang="nl-NL" sz="1000" baseline="0" noProof="1">
              <a:solidFill>
                <a:schemeClr val="accent2"/>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In tekstkaders zijn negen opmaakstijlen ingesteld:</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streepje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pijltje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blokje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‘tilde’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Platte tekst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Tussenkopje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nummers</a:t>
            </a: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Je kiest een stijl door </a:t>
            </a:r>
            <a:r>
              <a:rPr lang="nl-NL" sz="1000" i="1" baseline="0" noProof="1">
                <a:solidFill>
                  <a:schemeClr val="tx1"/>
                </a:solidFill>
                <a:latin typeface="+mn-lt"/>
                <a:cs typeface="Arial" panose="020B0604020202020204" pitchFamily="34" charset="0"/>
              </a:rPr>
              <a:t>aan het begin van een regel </a:t>
            </a:r>
            <a:r>
              <a:rPr lang="nl-NL" sz="1000" baseline="0" noProof="1">
                <a:solidFill>
                  <a:schemeClr val="tx1"/>
                </a:solidFill>
                <a:latin typeface="+mn-lt"/>
                <a:cs typeface="Arial" panose="020B0604020202020204" pitchFamily="34" charset="0"/>
              </a:rPr>
              <a:t>op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of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te drukken:</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volgende</a:t>
            </a:r>
            <a:r>
              <a:rPr lang="nl-NL" sz="1000" baseline="0" noProof="1">
                <a:solidFill>
                  <a:schemeClr val="tx1"/>
                </a:solidFill>
                <a:latin typeface="+mn-lt"/>
                <a:cs typeface="Arial" panose="020B0604020202020204" pitchFamily="34" charset="0"/>
              </a:rPr>
              <a:t> tekststijl.</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vorige</a:t>
            </a:r>
            <a:r>
              <a:rPr lang="nl-NL" sz="1000" i="0" u="none" baseline="0" noProof="1">
                <a:solidFill>
                  <a:schemeClr val="tx1"/>
                </a:solidFill>
                <a:latin typeface="+mn-lt"/>
                <a:cs typeface="Arial" panose="020B0604020202020204" pitchFamily="34" charset="0"/>
              </a:rPr>
              <a:t> tekststijl</a:t>
            </a:r>
          </a:p>
          <a:p>
            <a:pPr marL="0" indent="0">
              <a:lnSpc>
                <a:spcPct val="100000"/>
              </a:lnSpc>
              <a:buFont typeface="Arial" panose="020B0604020202020204" pitchFamily="34" charset="0"/>
              <a:buNone/>
            </a:pPr>
            <a:endParaRPr lang="nl-NL" sz="1000" i="0" u="none"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00" i="0" u="none" baseline="0" noProof="1">
                <a:solidFill>
                  <a:schemeClr val="tx1"/>
                </a:solidFill>
                <a:latin typeface="+mn-lt"/>
                <a:cs typeface="Arial" panose="020B0604020202020204" pitchFamily="34" charset="0"/>
              </a:rPr>
              <a:t>Je kunt meerdere ‘sprongen’ tegelijk voor- of achteruit maken als je b.v. van niveau 1 naar niveau 4 wilt gaan. Je drukt dan aan het begin van een regel meerdere keren op </a:t>
            </a:r>
            <a:r>
              <a:rPr lang="nl-NL" sz="1000" b="1" i="0" u="none" baseline="0" noProof="1">
                <a:solidFill>
                  <a:schemeClr val="tx1"/>
                </a:solidFill>
                <a:latin typeface="+mn-lt"/>
                <a:cs typeface="Arial" panose="020B0604020202020204" pitchFamily="34" charset="0"/>
              </a:rPr>
              <a:t>[Tab]</a:t>
            </a:r>
            <a:r>
              <a:rPr lang="nl-NL" sz="1000" i="0" u="none" baseline="0" noProof="1">
                <a:solidFill>
                  <a:schemeClr val="tx1"/>
                </a:solidFill>
                <a:latin typeface="+mn-lt"/>
                <a:cs typeface="Arial" panose="020B0604020202020204" pitchFamily="34" charset="0"/>
              </a:rPr>
              <a:t> of </a:t>
            </a:r>
            <a:r>
              <a:rPr lang="nl-NL" sz="1000" b="1" i="0" u="none" baseline="0" noProof="1">
                <a:solidFill>
                  <a:schemeClr val="tx1"/>
                </a:solidFill>
                <a:latin typeface="+mn-lt"/>
                <a:cs typeface="Arial" panose="020B0604020202020204" pitchFamily="34" charset="0"/>
              </a:rPr>
              <a:t>[Shift]+[Tab].</a:t>
            </a:r>
          </a:p>
        </p:txBody>
      </p:sp>
      <p:sp>
        <p:nvSpPr>
          <p:cNvPr id="8" name="Rechthoek 7">
            <a:extLst>
              <a:ext uri="{FF2B5EF4-FFF2-40B4-BE49-F238E27FC236}">
                <a16:creationId xmlns:a16="http://schemas.microsoft.com/office/drawing/2014/main" id="{410999A3-CC12-4256-8358-55235AB7EC4C}"/>
              </a:ext>
            </a:extLst>
          </p:cNvPr>
          <p:cNvSpPr/>
          <p:nvPr userDrawn="1"/>
        </p:nvSpPr>
        <p:spPr>
          <a:xfrm>
            <a:off x="11400000" y="6066000"/>
            <a:ext cx="792000" cy="792000"/>
          </a:xfrm>
          <a:prstGeom prst="rect">
            <a:avLst/>
          </a:prstGeom>
          <a:solidFill>
            <a:srgbClr val="5F5F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3" name="Afbeelding 2">
            <a:extLst>
              <a:ext uri="{FF2B5EF4-FFF2-40B4-BE49-F238E27FC236}">
                <a16:creationId xmlns:a16="http://schemas.microsoft.com/office/drawing/2014/main" id="{AEBFD891-2548-42D0-AE0F-1CF58D53C1BF}"/>
              </a:ext>
            </a:extLst>
          </p:cNvPr>
          <p:cNvPicPr>
            <a:picLocks noChangeAspect="1"/>
          </p:cNvPicPr>
          <p:nvPr userDrawn="1"/>
        </p:nvPicPr>
        <p:blipFill rotWithShape="1">
          <a:blip r:embed="rId2"/>
          <a:srcRect r="39715" b="40737"/>
          <a:stretch/>
        </p:blipFill>
        <p:spPr>
          <a:xfrm>
            <a:off x="0" y="0"/>
            <a:ext cx="856343" cy="841829"/>
          </a:xfrm>
          <a:prstGeom prst="rect">
            <a:avLst/>
          </a:prstGeom>
        </p:spPr>
      </p:pic>
    </p:spTree>
    <p:extLst>
      <p:ext uri="{BB962C8B-B14F-4D97-AF65-F5344CB8AC3E}">
        <p14:creationId xmlns:p14="http://schemas.microsoft.com/office/powerpoint/2010/main" val="6019924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oto + tekst">
    <p:spTree>
      <p:nvGrpSpPr>
        <p:cNvPr id="1" name=""/>
        <p:cNvGrpSpPr/>
        <p:nvPr/>
      </p:nvGrpSpPr>
      <p:grpSpPr>
        <a:xfrm>
          <a:off x="0" y="0"/>
          <a:ext cx="0" cy="0"/>
          <a:chOff x="0" y="0"/>
          <a:chExt cx="0" cy="0"/>
        </a:xfrm>
      </p:grpSpPr>
      <p:sp>
        <p:nvSpPr>
          <p:cNvPr id="5" name="Tijdelijke aanduiding voor afbeelding 4">
            <a:extLst>
              <a:ext uri="{FF2B5EF4-FFF2-40B4-BE49-F238E27FC236}">
                <a16:creationId xmlns:a16="http://schemas.microsoft.com/office/drawing/2014/main" id="{708FCB36-775D-40C0-B0F3-86CA1A9D7176}"/>
              </a:ext>
            </a:extLst>
          </p:cNvPr>
          <p:cNvSpPr>
            <a:spLocks noGrp="1"/>
          </p:cNvSpPr>
          <p:nvPr>
            <p:ph type="pic" sz="quarter" idx="10"/>
          </p:nvPr>
        </p:nvSpPr>
        <p:spPr>
          <a:xfrm>
            <a:off x="1296000" y="2016000"/>
            <a:ext cx="4752000" cy="4140000"/>
          </a:xfrm>
          <a:solidFill>
            <a:srgbClr val="DDDDDD"/>
          </a:solidFill>
        </p:spPr>
        <p:txBody>
          <a:bodyPr/>
          <a:lstStyle>
            <a:lvl1pPr marL="0" indent="0">
              <a:buNone/>
              <a:defRPr>
                <a:solidFill>
                  <a:srgbClr val="5F5F5F"/>
                </a:solidFill>
              </a:defRPr>
            </a:lvl1pPr>
          </a:lstStyle>
          <a:p>
            <a:endParaRPr lang="nl-NL" dirty="0"/>
          </a:p>
        </p:txBody>
      </p:sp>
      <p:sp>
        <p:nvSpPr>
          <p:cNvPr id="7" name="Tijdelijke aanduiding voor tekst 6">
            <a:extLst>
              <a:ext uri="{FF2B5EF4-FFF2-40B4-BE49-F238E27FC236}">
                <a16:creationId xmlns:a16="http://schemas.microsoft.com/office/drawing/2014/main" id="{88E88A05-67F9-47A7-960E-586CE611C3FE}"/>
              </a:ext>
            </a:extLst>
          </p:cNvPr>
          <p:cNvSpPr>
            <a:spLocks noGrp="1"/>
          </p:cNvSpPr>
          <p:nvPr>
            <p:ph type="body" sz="quarter" idx="11"/>
          </p:nvPr>
        </p:nvSpPr>
        <p:spPr>
          <a:xfrm>
            <a:off x="6408000" y="2016000"/>
            <a:ext cx="4752000" cy="4140000"/>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2" name="Titel 1">
            <a:extLst>
              <a:ext uri="{FF2B5EF4-FFF2-40B4-BE49-F238E27FC236}">
                <a16:creationId xmlns:a16="http://schemas.microsoft.com/office/drawing/2014/main" id="{5202DE95-ADC6-47B0-AEFA-B8503F519EDA}"/>
              </a:ext>
            </a:extLst>
          </p:cNvPr>
          <p:cNvSpPr>
            <a:spLocks noGrp="1"/>
          </p:cNvSpPr>
          <p:nvPr>
            <p:ph type="title"/>
          </p:nvPr>
        </p:nvSpPr>
        <p:spPr/>
        <p:txBody>
          <a:bodyPr/>
          <a:lstStyle/>
          <a:p>
            <a:r>
              <a:rPr lang="nl-NL"/>
              <a:t>Klik om stijl te bewerken</a:t>
            </a:r>
          </a:p>
        </p:txBody>
      </p:sp>
      <p:sp>
        <p:nvSpPr>
          <p:cNvPr id="6" name="Toelichting 2">
            <a:extLst>
              <a:ext uri="{FF2B5EF4-FFF2-40B4-BE49-F238E27FC236}">
                <a16:creationId xmlns:a16="http://schemas.microsoft.com/office/drawing/2014/main" id="{22342063-D022-4768-B718-C02E5CFEA66D}"/>
              </a:ext>
            </a:extLst>
          </p:cNvPr>
          <p:cNvSpPr txBox="1"/>
          <p:nvPr userDrawn="1"/>
        </p:nvSpPr>
        <p:spPr>
          <a:xfrm>
            <a:off x="-2105892" y="1897500"/>
            <a:ext cx="1979503" cy="4154984"/>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Tekst opmaken</a:t>
            </a:r>
            <a:endParaRPr lang="nl-NL" sz="1000" baseline="0" noProof="1">
              <a:solidFill>
                <a:schemeClr val="accent2"/>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In tekstkaders zijn negen opmaakstijlen ingesteld:</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streepje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pijltje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blokje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‘tilde’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Platte tekst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Tussenkopje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nummers</a:t>
            </a: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Je kiest een stijl door </a:t>
            </a:r>
            <a:r>
              <a:rPr lang="nl-NL" sz="1000" i="1" baseline="0" noProof="1">
                <a:solidFill>
                  <a:schemeClr val="tx1"/>
                </a:solidFill>
                <a:latin typeface="+mn-lt"/>
                <a:cs typeface="Arial" panose="020B0604020202020204" pitchFamily="34" charset="0"/>
              </a:rPr>
              <a:t>aan het begin van een regel </a:t>
            </a:r>
            <a:r>
              <a:rPr lang="nl-NL" sz="1000" baseline="0" noProof="1">
                <a:solidFill>
                  <a:schemeClr val="tx1"/>
                </a:solidFill>
                <a:latin typeface="+mn-lt"/>
                <a:cs typeface="Arial" panose="020B0604020202020204" pitchFamily="34" charset="0"/>
              </a:rPr>
              <a:t>op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of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te drukken:</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volgende</a:t>
            </a:r>
            <a:r>
              <a:rPr lang="nl-NL" sz="1000" baseline="0" noProof="1">
                <a:solidFill>
                  <a:schemeClr val="tx1"/>
                </a:solidFill>
                <a:latin typeface="+mn-lt"/>
                <a:cs typeface="Arial" panose="020B0604020202020204" pitchFamily="34" charset="0"/>
              </a:rPr>
              <a:t> tekststijl.</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vorige</a:t>
            </a:r>
            <a:r>
              <a:rPr lang="nl-NL" sz="1000" i="0" u="none" baseline="0" noProof="1">
                <a:solidFill>
                  <a:schemeClr val="tx1"/>
                </a:solidFill>
                <a:latin typeface="+mn-lt"/>
                <a:cs typeface="Arial" panose="020B0604020202020204" pitchFamily="34" charset="0"/>
              </a:rPr>
              <a:t> tekststijl</a:t>
            </a:r>
          </a:p>
          <a:p>
            <a:pPr marL="0" indent="0">
              <a:lnSpc>
                <a:spcPct val="100000"/>
              </a:lnSpc>
              <a:buFont typeface="Arial" panose="020B0604020202020204" pitchFamily="34" charset="0"/>
              <a:buNone/>
            </a:pPr>
            <a:endParaRPr lang="nl-NL" sz="1000" i="0" u="none"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00" i="0" u="none" baseline="0" noProof="1">
                <a:solidFill>
                  <a:schemeClr val="tx1"/>
                </a:solidFill>
                <a:latin typeface="+mn-lt"/>
                <a:cs typeface="Arial" panose="020B0604020202020204" pitchFamily="34" charset="0"/>
              </a:rPr>
              <a:t>Je kunt meerdere ‘sprongen’ tegelijk voor- of achteruit maken als je b.v. van niveau 1 naar niveau 4 wilt gaan. Je drukt dan aan het begin van een regel meerdere keren op </a:t>
            </a:r>
            <a:r>
              <a:rPr lang="nl-NL" sz="1000" b="1" i="0" u="none" baseline="0" noProof="1">
                <a:solidFill>
                  <a:schemeClr val="tx1"/>
                </a:solidFill>
                <a:latin typeface="+mn-lt"/>
                <a:cs typeface="Arial" panose="020B0604020202020204" pitchFamily="34" charset="0"/>
              </a:rPr>
              <a:t>[Tab]</a:t>
            </a:r>
            <a:r>
              <a:rPr lang="nl-NL" sz="1000" i="0" u="none" baseline="0" noProof="1">
                <a:solidFill>
                  <a:schemeClr val="tx1"/>
                </a:solidFill>
                <a:latin typeface="+mn-lt"/>
                <a:cs typeface="Arial" panose="020B0604020202020204" pitchFamily="34" charset="0"/>
              </a:rPr>
              <a:t> of </a:t>
            </a:r>
            <a:r>
              <a:rPr lang="nl-NL" sz="1000" b="1" i="0" u="none" baseline="0" noProof="1">
                <a:solidFill>
                  <a:schemeClr val="tx1"/>
                </a:solidFill>
                <a:latin typeface="+mn-lt"/>
                <a:cs typeface="Arial" panose="020B0604020202020204" pitchFamily="34" charset="0"/>
              </a:rPr>
              <a:t>[Shift]+[Tab].</a:t>
            </a:r>
          </a:p>
        </p:txBody>
      </p:sp>
      <p:sp>
        <p:nvSpPr>
          <p:cNvPr id="10" name="Rechthoek 9">
            <a:extLst>
              <a:ext uri="{FF2B5EF4-FFF2-40B4-BE49-F238E27FC236}">
                <a16:creationId xmlns:a16="http://schemas.microsoft.com/office/drawing/2014/main" id="{3BF89029-8F84-44A7-B3C8-42E761FBC24F}"/>
              </a:ext>
            </a:extLst>
          </p:cNvPr>
          <p:cNvSpPr/>
          <p:nvPr userDrawn="1"/>
        </p:nvSpPr>
        <p:spPr>
          <a:xfrm>
            <a:off x="11400000" y="6066000"/>
            <a:ext cx="792000" cy="792000"/>
          </a:xfrm>
          <a:prstGeom prst="rect">
            <a:avLst/>
          </a:prstGeom>
          <a:solidFill>
            <a:srgbClr val="5F5F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3" name="Afbeelding 2">
            <a:extLst>
              <a:ext uri="{FF2B5EF4-FFF2-40B4-BE49-F238E27FC236}">
                <a16:creationId xmlns:a16="http://schemas.microsoft.com/office/drawing/2014/main" id="{E1ECE704-6F3F-4A17-91CB-0E8E08001B1E}"/>
              </a:ext>
            </a:extLst>
          </p:cNvPr>
          <p:cNvPicPr>
            <a:picLocks noChangeAspect="1"/>
          </p:cNvPicPr>
          <p:nvPr userDrawn="1"/>
        </p:nvPicPr>
        <p:blipFill>
          <a:blip r:embed="rId2"/>
          <a:stretch>
            <a:fillRect/>
          </a:stretch>
        </p:blipFill>
        <p:spPr>
          <a:xfrm>
            <a:off x="10424007" y="5163165"/>
            <a:ext cx="1767993" cy="1694835"/>
          </a:xfrm>
          <a:prstGeom prst="rect">
            <a:avLst/>
          </a:prstGeom>
        </p:spPr>
      </p:pic>
    </p:spTree>
    <p:extLst>
      <p:ext uri="{BB962C8B-B14F-4D97-AF65-F5344CB8AC3E}">
        <p14:creationId xmlns:p14="http://schemas.microsoft.com/office/powerpoint/2010/main" val="18739188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kst + foto">
    <p:spTree>
      <p:nvGrpSpPr>
        <p:cNvPr id="1" name=""/>
        <p:cNvGrpSpPr/>
        <p:nvPr/>
      </p:nvGrpSpPr>
      <p:grpSpPr>
        <a:xfrm>
          <a:off x="0" y="0"/>
          <a:ext cx="0" cy="0"/>
          <a:chOff x="0" y="0"/>
          <a:chExt cx="0" cy="0"/>
        </a:xfrm>
      </p:grpSpPr>
      <p:sp>
        <p:nvSpPr>
          <p:cNvPr id="5" name="Tijdelijke aanduiding voor afbeelding 4">
            <a:extLst>
              <a:ext uri="{FF2B5EF4-FFF2-40B4-BE49-F238E27FC236}">
                <a16:creationId xmlns:a16="http://schemas.microsoft.com/office/drawing/2014/main" id="{708FCB36-775D-40C0-B0F3-86CA1A9D7176}"/>
              </a:ext>
            </a:extLst>
          </p:cNvPr>
          <p:cNvSpPr>
            <a:spLocks noGrp="1"/>
          </p:cNvSpPr>
          <p:nvPr>
            <p:ph type="pic" sz="quarter" idx="10"/>
          </p:nvPr>
        </p:nvSpPr>
        <p:spPr>
          <a:xfrm>
            <a:off x="6408000" y="2016000"/>
            <a:ext cx="4752000" cy="4140000"/>
          </a:xfrm>
          <a:solidFill>
            <a:srgbClr val="DDDDDD"/>
          </a:solidFill>
        </p:spPr>
        <p:txBody>
          <a:bodyPr/>
          <a:lstStyle>
            <a:lvl1pPr marL="0" indent="0">
              <a:buNone/>
              <a:defRPr>
                <a:solidFill>
                  <a:srgbClr val="5F5F5F"/>
                </a:solidFill>
              </a:defRPr>
            </a:lvl1pPr>
          </a:lstStyle>
          <a:p>
            <a:endParaRPr lang="nl-NL" dirty="0"/>
          </a:p>
        </p:txBody>
      </p:sp>
      <p:sp>
        <p:nvSpPr>
          <p:cNvPr id="7" name="Tijdelijke aanduiding voor tekst 6">
            <a:extLst>
              <a:ext uri="{FF2B5EF4-FFF2-40B4-BE49-F238E27FC236}">
                <a16:creationId xmlns:a16="http://schemas.microsoft.com/office/drawing/2014/main" id="{88E88A05-67F9-47A7-960E-586CE611C3FE}"/>
              </a:ext>
            </a:extLst>
          </p:cNvPr>
          <p:cNvSpPr>
            <a:spLocks noGrp="1"/>
          </p:cNvSpPr>
          <p:nvPr>
            <p:ph type="body" sz="quarter" idx="11"/>
          </p:nvPr>
        </p:nvSpPr>
        <p:spPr>
          <a:xfrm>
            <a:off x="1296000" y="2016000"/>
            <a:ext cx="4752000" cy="4140000"/>
          </a:xfrm>
        </p:spPr>
        <p:txBody>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2" name="Titel 1">
            <a:extLst>
              <a:ext uri="{FF2B5EF4-FFF2-40B4-BE49-F238E27FC236}">
                <a16:creationId xmlns:a16="http://schemas.microsoft.com/office/drawing/2014/main" id="{738FCF43-34BC-4877-99C4-553FED40A82A}"/>
              </a:ext>
            </a:extLst>
          </p:cNvPr>
          <p:cNvSpPr>
            <a:spLocks noGrp="1"/>
          </p:cNvSpPr>
          <p:nvPr>
            <p:ph type="title"/>
          </p:nvPr>
        </p:nvSpPr>
        <p:spPr>
          <a:xfrm>
            <a:off x="1296000" y="720000"/>
            <a:ext cx="9864000" cy="1296000"/>
          </a:xfrm>
        </p:spPr>
        <p:txBody>
          <a:bodyPr/>
          <a:lstStyle/>
          <a:p>
            <a:r>
              <a:rPr lang="nl-NL" dirty="0"/>
              <a:t>Klik om stijl te bewerken</a:t>
            </a:r>
          </a:p>
        </p:txBody>
      </p:sp>
      <p:sp>
        <p:nvSpPr>
          <p:cNvPr id="6" name="Toelichting 2">
            <a:extLst>
              <a:ext uri="{FF2B5EF4-FFF2-40B4-BE49-F238E27FC236}">
                <a16:creationId xmlns:a16="http://schemas.microsoft.com/office/drawing/2014/main" id="{2AE071F3-A4E4-4B65-B53D-260EF67AF5FD}"/>
              </a:ext>
            </a:extLst>
          </p:cNvPr>
          <p:cNvSpPr txBox="1"/>
          <p:nvPr userDrawn="1"/>
        </p:nvSpPr>
        <p:spPr>
          <a:xfrm>
            <a:off x="-2105892" y="1897500"/>
            <a:ext cx="1979503" cy="4154984"/>
          </a:xfrm>
          <a:prstGeom prst="rect">
            <a:avLst/>
          </a:prstGeom>
          <a:noFill/>
        </p:spPr>
        <p:txBody>
          <a:bodyPr wrap="square" lIns="0" tIns="0" rIns="0" bIns="0" rtlCol="0">
            <a:spAutoFit/>
          </a:bodyPr>
          <a:lstStyle/>
          <a:p>
            <a:pPr>
              <a:lnSpc>
                <a:spcPct val="100000"/>
              </a:lnSpc>
            </a:pPr>
            <a:r>
              <a:rPr lang="nl-NL" sz="1000" b="1" baseline="0" noProof="1">
                <a:solidFill>
                  <a:schemeClr val="accent2"/>
                </a:solidFill>
                <a:latin typeface="+mn-lt"/>
                <a:cs typeface="Arial" panose="020B0604020202020204" pitchFamily="34" charset="0"/>
              </a:rPr>
              <a:t>Tekst opmaken</a:t>
            </a:r>
            <a:endParaRPr lang="nl-NL" sz="1000" baseline="0" noProof="1">
              <a:solidFill>
                <a:schemeClr val="accent2"/>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In tekstkaders zijn negen opmaakstijlen ingesteld:</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streepje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pijltje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blokje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open bullet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‘tilde’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Platte tekst</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Tussenkopje</a:t>
            </a:r>
          </a:p>
          <a:p>
            <a:pPr marL="228600" indent="-228600">
              <a:lnSpc>
                <a:spcPct val="100000"/>
              </a:lnSpc>
              <a:buAutoNum type="arabicPeriod"/>
            </a:pPr>
            <a:r>
              <a:rPr lang="nl-NL" sz="1000" baseline="0" noProof="1">
                <a:solidFill>
                  <a:schemeClr val="tx1"/>
                </a:solidFill>
                <a:latin typeface="+mn-lt"/>
                <a:cs typeface="Arial" panose="020B0604020202020204" pitchFamily="34" charset="0"/>
              </a:rPr>
              <a:t>Opsomming nummers</a:t>
            </a:r>
          </a:p>
          <a:p>
            <a:pPr>
              <a:lnSpc>
                <a:spcPct val="100000"/>
              </a:lnSpc>
            </a:pPr>
            <a:endParaRPr lang="nl-NL" sz="1000" baseline="0" noProof="1">
              <a:solidFill>
                <a:schemeClr val="tx1"/>
              </a:solidFill>
              <a:latin typeface="+mn-lt"/>
              <a:cs typeface="Arial" panose="020B0604020202020204" pitchFamily="34" charset="0"/>
            </a:endParaRPr>
          </a:p>
          <a:p>
            <a:pPr>
              <a:lnSpc>
                <a:spcPct val="100000"/>
              </a:lnSpc>
            </a:pPr>
            <a:r>
              <a:rPr lang="nl-NL" sz="1000" baseline="0" noProof="1">
                <a:solidFill>
                  <a:schemeClr val="tx1"/>
                </a:solidFill>
                <a:latin typeface="+mn-lt"/>
                <a:cs typeface="Arial" panose="020B0604020202020204" pitchFamily="34" charset="0"/>
              </a:rPr>
              <a:t>Je kiest een stijl door </a:t>
            </a:r>
            <a:r>
              <a:rPr lang="nl-NL" sz="1000" i="1" baseline="0" noProof="1">
                <a:solidFill>
                  <a:schemeClr val="tx1"/>
                </a:solidFill>
                <a:latin typeface="+mn-lt"/>
                <a:cs typeface="Arial" panose="020B0604020202020204" pitchFamily="34" charset="0"/>
              </a:rPr>
              <a:t>aan het begin van een regel </a:t>
            </a:r>
            <a:r>
              <a:rPr lang="nl-NL" sz="1000" baseline="0" noProof="1">
                <a:solidFill>
                  <a:schemeClr val="tx1"/>
                </a:solidFill>
                <a:latin typeface="+mn-lt"/>
                <a:cs typeface="Arial" panose="020B0604020202020204" pitchFamily="34" charset="0"/>
              </a:rPr>
              <a:t>op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of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te drukken:</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volgende</a:t>
            </a:r>
            <a:r>
              <a:rPr lang="nl-NL" sz="1000" baseline="0" noProof="1">
                <a:solidFill>
                  <a:schemeClr val="tx1"/>
                </a:solidFill>
                <a:latin typeface="+mn-lt"/>
                <a:cs typeface="Arial" panose="020B0604020202020204" pitchFamily="34" charset="0"/>
              </a:rPr>
              <a:t> tekststijl.</a:t>
            </a:r>
          </a:p>
          <a:p>
            <a:pPr marL="176213" indent="-176213">
              <a:lnSpc>
                <a:spcPct val="100000"/>
              </a:lnSpc>
              <a:buFont typeface="Arial" panose="020B0604020202020204" pitchFamily="34" charset="0"/>
              <a:buChar char="•"/>
            </a:pPr>
            <a:r>
              <a:rPr lang="nl-NL" sz="1000" baseline="0" noProof="1">
                <a:solidFill>
                  <a:schemeClr val="tx1"/>
                </a:solidFill>
                <a:latin typeface="+mn-lt"/>
                <a:cs typeface="Arial" panose="020B0604020202020204" pitchFamily="34" charset="0"/>
              </a:rPr>
              <a:t>Met </a:t>
            </a:r>
            <a:r>
              <a:rPr lang="nl-NL" sz="1000" b="1" baseline="0" noProof="1">
                <a:solidFill>
                  <a:schemeClr val="tx1"/>
                </a:solidFill>
                <a:latin typeface="+mn-lt"/>
                <a:cs typeface="Arial" panose="020B0604020202020204" pitchFamily="34" charset="0"/>
              </a:rPr>
              <a:t>[Shift]+[Tab]</a:t>
            </a:r>
            <a:r>
              <a:rPr lang="nl-NL" sz="1000" baseline="0" noProof="1">
                <a:solidFill>
                  <a:schemeClr val="tx1"/>
                </a:solidFill>
                <a:latin typeface="+mn-lt"/>
                <a:cs typeface="Arial" panose="020B0604020202020204" pitchFamily="34" charset="0"/>
              </a:rPr>
              <a:t> kies je de </a:t>
            </a:r>
            <a:r>
              <a:rPr lang="nl-NL" sz="1000" u="sng" baseline="0" noProof="1">
                <a:solidFill>
                  <a:schemeClr val="tx1"/>
                </a:solidFill>
                <a:latin typeface="+mn-lt"/>
                <a:cs typeface="Arial" panose="020B0604020202020204" pitchFamily="34" charset="0"/>
              </a:rPr>
              <a:t>vorige</a:t>
            </a:r>
            <a:r>
              <a:rPr lang="nl-NL" sz="1000" i="0" u="none" baseline="0" noProof="1">
                <a:solidFill>
                  <a:schemeClr val="tx1"/>
                </a:solidFill>
                <a:latin typeface="+mn-lt"/>
                <a:cs typeface="Arial" panose="020B0604020202020204" pitchFamily="34" charset="0"/>
              </a:rPr>
              <a:t> tekststijl</a:t>
            </a:r>
          </a:p>
          <a:p>
            <a:pPr marL="0" indent="0">
              <a:lnSpc>
                <a:spcPct val="100000"/>
              </a:lnSpc>
              <a:buFont typeface="Arial" panose="020B0604020202020204" pitchFamily="34" charset="0"/>
              <a:buNone/>
            </a:pPr>
            <a:endParaRPr lang="nl-NL" sz="1000" i="0" u="none" baseline="0" noProof="1">
              <a:solidFill>
                <a:schemeClr val="tx1"/>
              </a:solidFill>
              <a:latin typeface="+mn-lt"/>
              <a:cs typeface="Arial" panose="020B0604020202020204" pitchFamily="34" charset="0"/>
            </a:endParaRPr>
          </a:p>
          <a:p>
            <a:pPr marL="0" indent="0">
              <a:lnSpc>
                <a:spcPct val="100000"/>
              </a:lnSpc>
              <a:buFont typeface="Arial" panose="020B0604020202020204" pitchFamily="34" charset="0"/>
              <a:buNone/>
            </a:pPr>
            <a:r>
              <a:rPr lang="nl-NL" sz="1000" i="0" u="none" baseline="0" noProof="1">
                <a:solidFill>
                  <a:schemeClr val="tx1"/>
                </a:solidFill>
                <a:latin typeface="+mn-lt"/>
                <a:cs typeface="Arial" panose="020B0604020202020204" pitchFamily="34" charset="0"/>
              </a:rPr>
              <a:t>Je kunt meerdere ‘sprongen’ tegelijk voor- of achteruit maken als je b.v. van niveau 1 naar niveau 4 wilt gaan. Je drukt dan aan het begin van een regel meerdere keren op </a:t>
            </a:r>
            <a:r>
              <a:rPr lang="nl-NL" sz="1000" b="1" i="0" u="none" baseline="0" noProof="1">
                <a:solidFill>
                  <a:schemeClr val="tx1"/>
                </a:solidFill>
                <a:latin typeface="+mn-lt"/>
                <a:cs typeface="Arial" panose="020B0604020202020204" pitchFamily="34" charset="0"/>
              </a:rPr>
              <a:t>[Tab]</a:t>
            </a:r>
            <a:r>
              <a:rPr lang="nl-NL" sz="1000" i="0" u="none" baseline="0" noProof="1">
                <a:solidFill>
                  <a:schemeClr val="tx1"/>
                </a:solidFill>
                <a:latin typeface="+mn-lt"/>
                <a:cs typeface="Arial" panose="020B0604020202020204" pitchFamily="34" charset="0"/>
              </a:rPr>
              <a:t> of </a:t>
            </a:r>
            <a:r>
              <a:rPr lang="nl-NL" sz="1000" b="1" i="0" u="none" baseline="0" noProof="1">
                <a:solidFill>
                  <a:schemeClr val="tx1"/>
                </a:solidFill>
                <a:latin typeface="+mn-lt"/>
                <a:cs typeface="Arial" panose="020B0604020202020204" pitchFamily="34" charset="0"/>
              </a:rPr>
              <a:t>[Shift]+[Tab].</a:t>
            </a:r>
          </a:p>
        </p:txBody>
      </p:sp>
    </p:spTree>
    <p:extLst>
      <p:ext uri="{BB962C8B-B14F-4D97-AF65-F5344CB8AC3E}">
        <p14:creationId xmlns:p14="http://schemas.microsoft.com/office/powerpoint/2010/main" val="14758314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x afbeelding">
    <p:spTree>
      <p:nvGrpSpPr>
        <p:cNvPr id="1" name=""/>
        <p:cNvGrpSpPr/>
        <p:nvPr/>
      </p:nvGrpSpPr>
      <p:grpSpPr>
        <a:xfrm>
          <a:off x="0" y="0"/>
          <a:ext cx="0" cy="0"/>
          <a:chOff x="0" y="0"/>
          <a:chExt cx="0" cy="0"/>
        </a:xfrm>
      </p:grpSpPr>
      <p:sp>
        <p:nvSpPr>
          <p:cNvPr id="10" name="Tijdelijke aanduiding voor afbeelding 7"/>
          <p:cNvSpPr>
            <a:spLocks noGrp="1"/>
          </p:cNvSpPr>
          <p:nvPr>
            <p:ph type="pic" sz="quarter" idx="10" hasCustomPrompt="1"/>
          </p:nvPr>
        </p:nvSpPr>
        <p:spPr>
          <a:xfrm>
            <a:off x="792000" y="2570365"/>
            <a:ext cx="3240000" cy="2726807"/>
          </a:xfrm>
          <a:prstGeom prst="rect">
            <a:avLst/>
          </a:prstGeom>
          <a:solidFill>
            <a:schemeClr val="bg1">
              <a:lumMod val="85000"/>
            </a:schemeClr>
          </a:solidFill>
        </p:spPr>
        <p:txBody>
          <a:bodyPr vert="horz"/>
          <a:lstStyle>
            <a:lvl1pPr marL="0" indent="0" algn="ctr">
              <a:lnSpc>
                <a:spcPct val="120000"/>
              </a:lnSpc>
              <a:buNone/>
              <a:defRPr sz="1877">
                <a:solidFill>
                  <a:srgbClr val="5F5F5F"/>
                </a:solidFill>
                <a:latin typeface="Arial"/>
                <a:cs typeface="Arial"/>
              </a:defRPr>
            </a:lvl1pPr>
          </a:lstStyle>
          <a:p>
            <a:r>
              <a:rPr lang="nl-NL" dirty="0"/>
              <a:t>   afbeelding </a:t>
            </a:r>
          </a:p>
        </p:txBody>
      </p:sp>
      <p:sp>
        <p:nvSpPr>
          <p:cNvPr id="13" name="Tijdelijke aanduiding voor afbeelding 7"/>
          <p:cNvSpPr>
            <a:spLocks noGrp="1"/>
          </p:cNvSpPr>
          <p:nvPr>
            <p:ph type="pic" sz="quarter" idx="17" hasCustomPrompt="1"/>
          </p:nvPr>
        </p:nvSpPr>
        <p:spPr>
          <a:xfrm>
            <a:off x="4476600" y="2570365"/>
            <a:ext cx="3240000" cy="2726807"/>
          </a:xfrm>
          <a:prstGeom prst="rect">
            <a:avLst/>
          </a:prstGeom>
          <a:solidFill>
            <a:schemeClr val="bg1">
              <a:lumMod val="85000"/>
            </a:schemeClr>
          </a:solidFill>
        </p:spPr>
        <p:txBody>
          <a:bodyPr vert="horz"/>
          <a:lstStyle>
            <a:lvl1pPr marL="0" indent="0" algn="ctr">
              <a:lnSpc>
                <a:spcPct val="120000"/>
              </a:lnSpc>
              <a:buNone/>
              <a:defRPr sz="1877">
                <a:solidFill>
                  <a:srgbClr val="5F5F5F"/>
                </a:solidFill>
                <a:latin typeface="Arial"/>
                <a:cs typeface="Arial"/>
              </a:defRPr>
            </a:lvl1pPr>
          </a:lstStyle>
          <a:p>
            <a:r>
              <a:rPr lang="nl-NL"/>
              <a:t>   afbeelding </a:t>
            </a:r>
          </a:p>
        </p:txBody>
      </p:sp>
      <p:sp>
        <p:nvSpPr>
          <p:cNvPr id="15" name="Tijdelijke aanduiding voor afbeelding 7"/>
          <p:cNvSpPr>
            <a:spLocks noGrp="1"/>
          </p:cNvSpPr>
          <p:nvPr>
            <p:ph type="pic" sz="quarter" idx="18" hasCustomPrompt="1"/>
          </p:nvPr>
        </p:nvSpPr>
        <p:spPr>
          <a:xfrm>
            <a:off x="8161200" y="2570365"/>
            <a:ext cx="3240000" cy="2726807"/>
          </a:xfrm>
          <a:prstGeom prst="rect">
            <a:avLst/>
          </a:prstGeom>
          <a:solidFill>
            <a:schemeClr val="bg1">
              <a:lumMod val="85000"/>
            </a:schemeClr>
          </a:solidFill>
        </p:spPr>
        <p:txBody>
          <a:bodyPr vert="horz"/>
          <a:lstStyle>
            <a:lvl1pPr marL="0" indent="0" algn="ctr">
              <a:lnSpc>
                <a:spcPct val="120000"/>
              </a:lnSpc>
              <a:buNone/>
              <a:defRPr sz="1877">
                <a:solidFill>
                  <a:srgbClr val="5F5F5F"/>
                </a:solidFill>
                <a:latin typeface="Arial"/>
                <a:cs typeface="Arial"/>
              </a:defRPr>
            </a:lvl1pPr>
          </a:lstStyle>
          <a:p>
            <a:r>
              <a:rPr lang="nl-NL"/>
              <a:t>   afbeelding </a:t>
            </a:r>
          </a:p>
        </p:txBody>
      </p:sp>
      <p:sp>
        <p:nvSpPr>
          <p:cNvPr id="6" name="Tijdelijke aanduiding voor tekst 3"/>
          <p:cNvSpPr>
            <a:spLocks noGrp="1"/>
          </p:cNvSpPr>
          <p:nvPr>
            <p:ph type="body" sz="quarter" idx="19" hasCustomPrompt="1"/>
          </p:nvPr>
        </p:nvSpPr>
        <p:spPr>
          <a:xfrm>
            <a:off x="792000" y="1620449"/>
            <a:ext cx="3240000" cy="845610"/>
          </a:xfrm>
          <a:prstGeom prst="rect">
            <a:avLst/>
          </a:prstGeom>
        </p:spPr>
        <p:txBody>
          <a:bodyPr vert="horz" lIns="0" tIns="0" rIns="0" bIns="0">
            <a:normAutofit/>
          </a:bodyPr>
          <a:lstStyle>
            <a:lvl1pPr marL="0" marR="0" indent="0" algn="ctr" defTabSz="912579" rtl="0" eaLnBrk="1" fontAlgn="auto" latinLnBrk="0" hangingPunct="1">
              <a:lnSpc>
                <a:spcPct val="120000"/>
              </a:lnSpc>
              <a:spcBef>
                <a:spcPts val="0"/>
              </a:spcBef>
              <a:spcAft>
                <a:spcPts val="0"/>
              </a:spcAft>
              <a:buClrTx/>
              <a:buSzTx/>
              <a:buFont typeface="Arial" panose="020B0604020202020204" pitchFamily="34" charset="0"/>
              <a:buNone/>
              <a:tabLst/>
              <a:defRPr sz="2400">
                <a:solidFill>
                  <a:schemeClr val="bg1"/>
                </a:solidFill>
                <a:latin typeface="Arial"/>
                <a:cs typeface="Arial"/>
              </a:defRPr>
            </a:lvl1pPr>
            <a:lvl2pPr marL="287224" indent="-287224">
              <a:lnSpc>
                <a:spcPts val="4224"/>
              </a:lnSpc>
              <a:spcBef>
                <a:spcPts val="0"/>
              </a:spcBef>
              <a:defRPr sz="2347">
                <a:solidFill>
                  <a:srgbClr val="10264E"/>
                </a:solidFill>
                <a:latin typeface="Arial"/>
                <a:cs typeface="Arial"/>
              </a:defRPr>
            </a:lvl2pPr>
            <a:lvl3pPr marL="287224" indent="-287224">
              <a:lnSpc>
                <a:spcPts val="4224"/>
              </a:lnSpc>
              <a:spcBef>
                <a:spcPts val="0"/>
              </a:spcBef>
              <a:defRPr sz="2347">
                <a:solidFill>
                  <a:srgbClr val="10264E"/>
                </a:solidFill>
                <a:latin typeface="Arial"/>
                <a:cs typeface="Arial"/>
              </a:defRPr>
            </a:lvl3pPr>
            <a:lvl4pPr marL="287224" indent="-287224">
              <a:lnSpc>
                <a:spcPts val="4224"/>
              </a:lnSpc>
              <a:spcBef>
                <a:spcPts val="0"/>
              </a:spcBef>
              <a:defRPr sz="2347">
                <a:solidFill>
                  <a:srgbClr val="10264E"/>
                </a:solidFill>
                <a:latin typeface="Arial"/>
                <a:cs typeface="Arial"/>
              </a:defRPr>
            </a:lvl4pPr>
            <a:lvl5pPr marL="287224" indent="-287224">
              <a:lnSpc>
                <a:spcPts val="4224"/>
              </a:lnSpc>
              <a:spcBef>
                <a:spcPts val="0"/>
              </a:spcBef>
              <a:defRPr sz="2347">
                <a:solidFill>
                  <a:srgbClr val="10264E"/>
                </a:solidFill>
                <a:latin typeface="Arial"/>
                <a:cs typeface="Arial"/>
              </a:defRPr>
            </a:lvl5pPr>
          </a:lstStyle>
          <a:p>
            <a:pPr lvl="0"/>
            <a:r>
              <a:rPr lang="nl-NL" dirty="0"/>
              <a:t>[titel]</a:t>
            </a:r>
          </a:p>
        </p:txBody>
      </p:sp>
      <p:sp>
        <p:nvSpPr>
          <p:cNvPr id="11" name="Tijdelijke aanduiding voor tekst 3"/>
          <p:cNvSpPr>
            <a:spLocks noGrp="1"/>
          </p:cNvSpPr>
          <p:nvPr>
            <p:ph type="body" sz="quarter" idx="20" hasCustomPrompt="1"/>
          </p:nvPr>
        </p:nvSpPr>
        <p:spPr>
          <a:xfrm>
            <a:off x="4476600" y="1620449"/>
            <a:ext cx="3240000" cy="845610"/>
          </a:xfrm>
          <a:prstGeom prst="rect">
            <a:avLst/>
          </a:prstGeom>
        </p:spPr>
        <p:txBody>
          <a:bodyPr vert="horz" lIns="0" tIns="0" rIns="0" bIns="0">
            <a:normAutofit/>
          </a:bodyPr>
          <a:lstStyle>
            <a:lvl1pPr marL="0" marR="0" indent="0" algn="ctr" defTabSz="912579" rtl="0" eaLnBrk="1" fontAlgn="auto" latinLnBrk="0" hangingPunct="1">
              <a:lnSpc>
                <a:spcPct val="120000"/>
              </a:lnSpc>
              <a:spcBef>
                <a:spcPts val="0"/>
              </a:spcBef>
              <a:spcAft>
                <a:spcPts val="0"/>
              </a:spcAft>
              <a:buClrTx/>
              <a:buSzTx/>
              <a:buFont typeface="Arial" panose="020B0604020202020204" pitchFamily="34" charset="0"/>
              <a:buNone/>
              <a:tabLst/>
              <a:defRPr sz="2400">
                <a:solidFill>
                  <a:schemeClr val="bg1"/>
                </a:solidFill>
                <a:latin typeface="Arial"/>
                <a:cs typeface="Arial"/>
              </a:defRPr>
            </a:lvl1pPr>
            <a:lvl2pPr marL="287224" indent="-287224">
              <a:lnSpc>
                <a:spcPts val="4224"/>
              </a:lnSpc>
              <a:spcBef>
                <a:spcPts val="0"/>
              </a:spcBef>
              <a:defRPr sz="2347">
                <a:solidFill>
                  <a:srgbClr val="10264E"/>
                </a:solidFill>
                <a:latin typeface="Arial"/>
                <a:cs typeface="Arial"/>
              </a:defRPr>
            </a:lvl2pPr>
            <a:lvl3pPr marL="287224" indent="-287224">
              <a:lnSpc>
                <a:spcPts val="4224"/>
              </a:lnSpc>
              <a:spcBef>
                <a:spcPts val="0"/>
              </a:spcBef>
              <a:defRPr sz="2347">
                <a:solidFill>
                  <a:srgbClr val="10264E"/>
                </a:solidFill>
                <a:latin typeface="Arial"/>
                <a:cs typeface="Arial"/>
              </a:defRPr>
            </a:lvl3pPr>
            <a:lvl4pPr marL="287224" indent="-287224">
              <a:lnSpc>
                <a:spcPts val="4224"/>
              </a:lnSpc>
              <a:spcBef>
                <a:spcPts val="0"/>
              </a:spcBef>
              <a:defRPr sz="2347">
                <a:solidFill>
                  <a:srgbClr val="10264E"/>
                </a:solidFill>
                <a:latin typeface="Arial"/>
                <a:cs typeface="Arial"/>
              </a:defRPr>
            </a:lvl4pPr>
            <a:lvl5pPr marL="287224" indent="-287224">
              <a:lnSpc>
                <a:spcPts val="4224"/>
              </a:lnSpc>
              <a:spcBef>
                <a:spcPts val="0"/>
              </a:spcBef>
              <a:defRPr sz="2347">
                <a:solidFill>
                  <a:srgbClr val="10264E"/>
                </a:solidFill>
                <a:latin typeface="Arial"/>
                <a:cs typeface="Arial"/>
              </a:defRPr>
            </a:lvl5pPr>
          </a:lstStyle>
          <a:p>
            <a:pPr lvl="0"/>
            <a:r>
              <a:rPr lang="nl-NL" dirty="0"/>
              <a:t>[titel]</a:t>
            </a:r>
          </a:p>
        </p:txBody>
      </p:sp>
      <p:sp>
        <p:nvSpPr>
          <p:cNvPr id="12" name="Tijdelijke aanduiding voor tekst 3"/>
          <p:cNvSpPr>
            <a:spLocks noGrp="1"/>
          </p:cNvSpPr>
          <p:nvPr>
            <p:ph type="body" sz="quarter" idx="21" hasCustomPrompt="1"/>
          </p:nvPr>
        </p:nvSpPr>
        <p:spPr>
          <a:xfrm>
            <a:off x="8161200" y="1620449"/>
            <a:ext cx="3240000" cy="845610"/>
          </a:xfrm>
          <a:prstGeom prst="rect">
            <a:avLst/>
          </a:prstGeom>
        </p:spPr>
        <p:txBody>
          <a:bodyPr vert="horz" lIns="0" tIns="0" rIns="0" bIns="0">
            <a:normAutofit/>
          </a:bodyPr>
          <a:lstStyle>
            <a:lvl1pPr marL="0" marR="0" indent="0" algn="ctr" defTabSz="912579" rtl="0" eaLnBrk="1" fontAlgn="auto" latinLnBrk="0" hangingPunct="1">
              <a:lnSpc>
                <a:spcPct val="120000"/>
              </a:lnSpc>
              <a:spcBef>
                <a:spcPts val="0"/>
              </a:spcBef>
              <a:spcAft>
                <a:spcPts val="0"/>
              </a:spcAft>
              <a:buClrTx/>
              <a:buSzTx/>
              <a:buFont typeface="Arial" panose="020B0604020202020204" pitchFamily="34" charset="0"/>
              <a:buNone/>
              <a:tabLst/>
              <a:defRPr sz="2400">
                <a:solidFill>
                  <a:schemeClr val="bg1"/>
                </a:solidFill>
                <a:latin typeface="Arial"/>
                <a:cs typeface="Arial"/>
              </a:defRPr>
            </a:lvl1pPr>
            <a:lvl2pPr marL="287224" indent="-287224">
              <a:lnSpc>
                <a:spcPts val="4224"/>
              </a:lnSpc>
              <a:spcBef>
                <a:spcPts val="0"/>
              </a:spcBef>
              <a:defRPr sz="2347">
                <a:solidFill>
                  <a:srgbClr val="10264E"/>
                </a:solidFill>
                <a:latin typeface="Arial"/>
                <a:cs typeface="Arial"/>
              </a:defRPr>
            </a:lvl2pPr>
            <a:lvl3pPr marL="287224" indent="-287224">
              <a:lnSpc>
                <a:spcPts val="4224"/>
              </a:lnSpc>
              <a:spcBef>
                <a:spcPts val="0"/>
              </a:spcBef>
              <a:defRPr sz="2347">
                <a:solidFill>
                  <a:srgbClr val="10264E"/>
                </a:solidFill>
                <a:latin typeface="Arial"/>
                <a:cs typeface="Arial"/>
              </a:defRPr>
            </a:lvl3pPr>
            <a:lvl4pPr marL="287224" indent="-287224">
              <a:lnSpc>
                <a:spcPts val="4224"/>
              </a:lnSpc>
              <a:spcBef>
                <a:spcPts val="0"/>
              </a:spcBef>
              <a:defRPr sz="2347">
                <a:solidFill>
                  <a:srgbClr val="10264E"/>
                </a:solidFill>
                <a:latin typeface="Arial"/>
                <a:cs typeface="Arial"/>
              </a:defRPr>
            </a:lvl4pPr>
            <a:lvl5pPr marL="287224" indent="-287224">
              <a:lnSpc>
                <a:spcPts val="4224"/>
              </a:lnSpc>
              <a:spcBef>
                <a:spcPts val="0"/>
              </a:spcBef>
              <a:defRPr sz="2347">
                <a:solidFill>
                  <a:srgbClr val="10264E"/>
                </a:solidFill>
                <a:latin typeface="Arial"/>
                <a:cs typeface="Arial"/>
              </a:defRPr>
            </a:lvl5pPr>
          </a:lstStyle>
          <a:p>
            <a:pPr lvl="0"/>
            <a:r>
              <a:rPr lang="nl-NL" dirty="0"/>
              <a:t>[titel]</a:t>
            </a:r>
          </a:p>
        </p:txBody>
      </p:sp>
      <p:sp>
        <p:nvSpPr>
          <p:cNvPr id="9" name="Rechthoekige driehoek 8">
            <a:extLst>
              <a:ext uri="{FF2B5EF4-FFF2-40B4-BE49-F238E27FC236}">
                <a16:creationId xmlns:a16="http://schemas.microsoft.com/office/drawing/2014/main" id="{9C51F134-137F-4BF3-9A97-480E30E344AA}"/>
              </a:ext>
            </a:extLst>
          </p:cNvPr>
          <p:cNvSpPr/>
          <p:nvPr userDrawn="1"/>
        </p:nvSpPr>
        <p:spPr>
          <a:xfrm rot="5400000">
            <a:off x="0" y="0"/>
            <a:ext cx="792000" cy="7920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schemeClr val="bg1"/>
              </a:solidFill>
            </a:endParaRPr>
          </a:p>
        </p:txBody>
      </p:sp>
      <p:pic>
        <p:nvPicPr>
          <p:cNvPr id="16" name="Afbeelding 15">
            <a:extLst>
              <a:ext uri="{FF2B5EF4-FFF2-40B4-BE49-F238E27FC236}">
                <a16:creationId xmlns:a16="http://schemas.microsoft.com/office/drawing/2014/main" id="{1BDAA57A-66F3-4443-82D1-C061603D7563}"/>
              </a:ext>
            </a:extLst>
          </p:cNvPr>
          <p:cNvPicPr>
            <a:picLocks noChangeAspect="1"/>
          </p:cNvPicPr>
          <p:nvPr userDrawn="1"/>
        </p:nvPicPr>
        <p:blipFill rotWithShape="1">
          <a:blip r:embed="rId2"/>
          <a:srcRect r="39715" b="40737"/>
          <a:stretch/>
        </p:blipFill>
        <p:spPr>
          <a:xfrm>
            <a:off x="0" y="0"/>
            <a:ext cx="856343" cy="841829"/>
          </a:xfrm>
          <a:prstGeom prst="rect">
            <a:avLst/>
          </a:prstGeom>
        </p:spPr>
      </p:pic>
    </p:spTree>
    <p:extLst>
      <p:ext uri="{BB962C8B-B14F-4D97-AF65-F5344CB8AC3E}">
        <p14:creationId xmlns:p14="http://schemas.microsoft.com/office/powerpoint/2010/main" val="32011416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ven voorstellen ...">
    <p:spTree>
      <p:nvGrpSpPr>
        <p:cNvPr id="1" name=""/>
        <p:cNvGrpSpPr/>
        <p:nvPr/>
      </p:nvGrpSpPr>
      <p:grpSpPr>
        <a:xfrm>
          <a:off x="0" y="0"/>
          <a:ext cx="0" cy="0"/>
          <a:chOff x="0" y="0"/>
          <a:chExt cx="0" cy="0"/>
        </a:xfrm>
      </p:grpSpPr>
      <p:sp>
        <p:nvSpPr>
          <p:cNvPr id="13" name="Tijdelijke aanduiding voor afbeelding 7"/>
          <p:cNvSpPr>
            <a:spLocks noGrp="1"/>
          </p:cNvSpPr>
          <p:nvPr>
            <p:ph type="pic" sz="quarter" idx="18"/>
          </p:nvPr>
        </p:nvSpPr>
        <p:spPr>
          <a:xfrm>
            <a:off x="2799762" y="0"/>
            <a:ext cx="9392245" cy="6858000"/>
          </a:xfrm>
          <a:prstGeom prst="rect">
            <a:avLst/>
          </a:prstGeom>
          <a:solidFill>
            <a:schemeClr val="bg1">
              <a:lumMod val="85000"/>
            </a:schemeClr>
          </a:solidFill>
        </p:spPr>
        <p:txBody>
          <a:bodyPr vert="horz"/>
          <a:lstStyle>
            <a:lvl1pPr marL="0" indent="0" algn="ctr">
              <a:buNone/>
              <a:defRPr sz="1877">
                <a:solidFill>
                  <a:srgbClr val="5F5F5F"/>
                </a:solidFill>
                <a:latin typeface="Arial"/>
                <a:cs typeface="Arial"/>
              </a:defRPr>
            </a:lvl1pPr>
          </a:lstStyle>
          <a:p>
            <a:endParaRPr lang="nl-NL" dirty="0"/>
          </a:p>
        </p:txBody>
      </p:sp>
      <p:sp>
        <p:nvSpPr>
          <p:cNvPr id="9" name="Tijdelijke aanduiding voor tekst 3"/>
          <p:cNvSpPr>
            <a:spLocks noGrp="1"/>
          </p:cNvSpPr>
          <p:nvPr>
            <p:ph type="body" sz="quarter" idx="19" hasCustomPrompt="1"/>
          </p:nvPr>
        </p:nvSpPr>
        <p:spPr>
          <a:xfrm>
            <a:off x="777600" y="1600664"/>
            <a:ext cx="4320000" cy="521521"/>
          </a:xfrm>
          <a:prstGeom prst="rect">
            <a:avLst/>
          </a:prstGeom>
        </p:spPr>
        <p:txBody>
          <a:bodyPr vert="horz" lIns="0" tIns="0" rIns="0" bIns="0"/>
          <a:lstStyle>
            <a:lvl1pPr marL="0" marR="0" indent="0" algn="l" defTabSz="912579" rtl="0" eaLnBrk="1" fontAlgn="auto" latinLnBrk="0" hangingPunct="1">
              <a:lnSpc>
                <a:spcPct val="120000"/>
              </a:lnSpc>
              <a:spcBef>
                <a:spcPts val="0"/>
              </a:spcBef>
              <a:spcAft>
                <a:spcPts val="0"/>
              </a:spcAft>
              <a:buClrTx/>
              <a:buSzTx/>
              <a:buFont typeface="Arial" panose="020B0604020202020204" pitchFamily="34" charset="0"/>
              <a:buNone/>
              <a:tabLst/>
              <a:defRPr sz="2347" b="1">
                <a:solidFill>
                  <a:schemeClr val="bg1"/>
                </a:solidFill>
                <a:latin typeface="Arial"/>
                <a:cs typeface="Arial"/>
              </a:defRPr>
            </a:lvl1pPr>
            <a:lvl2pPr marL="287224" indent="-287224">
              <a:lnSpc>
                <a:spcPts val="4224"/>
              </a:lnSpc>
              <a:spcBef>
                <a:spcPts val="0"/>
              </a:spcBef>
              <a:defRPr sz="2347">
                <a:solidFill>
                  <a:srgbClr val="10264E"/>
                </a:solidFill>
                <a:latin typeface="Arial"/>
                <a:cs typeface="Arial"/>
              </a:defRPr>
            </a:lvl2pPr>
            <a:lvl3pPr marL="287224" indent="-287224">
              <a:lnSpc>
                <a:spcPts val="4224"/>
              </a:lnSpc>
              <a:spcBef>
                <a:spcPts val="0"/>
              </a:spcBef>
              <a:defRPr sz="2347">
                <a:solidFill>
                  <a:srgbClr val="10264E"/>
                </a:solidFill>
                <a:latin typeface="Arial"/>
                <a:cs typeface="Arial"/>
              </a:defRPr>
            </a:lvl3pPr>
            <a:lvl4pPr marL="287224" indent="-287224">
              <a:lnSpc>
                <a:spcPts val="4224"/>
              </a:lnSpc>
              <a:spcBef>
                <a:spcPts val="0"/>
              </a:spcBef>
              <a:defRPr sz="2347">
                <a:solidFill>
                  <a:srgbClr val="10264E"/>
                </a:solidFill>
                <a:latin typeface="Arial"/>
                <a:cs typeface="Arial"/>
              </a:defRPr>
            </a:lvl4pPr>
            <a:lvl5pPr marL="287224" indent="-287224">
              <a:lnSpc>
                <a:spcPts val="4224"/>
              </a:lnSpc>
              <a:spcBef>
                <a:spcPts val="0"/>
              </a:spcBef>
              <a:defRPr sz="2347">
                <a:solidFill>
                  <a:srgbClr val="10264E"/>
                </a:solidFill>
                <a:latin typeface="Arial"/>
                <a:cs typeface="Arial"/>
              </a:defRPr>
            </a:lvl5pPr>
          </a:lstStyle>
          <a:p>
            <a:pPr lvl="0"/>
            <a:r>
              <a:rPr lang="nl-NL" dirty="0"/>
              <a:t>[functie]</a:t>
            </a:r>
          </a:p>
        </p:txBody>
      </p:sp>
      <p:sp>
        <p:nvSpPr>
          <p:cNvPr id="11" name="Tijdelijke aanduiding voor tekst 3"/>
          <p:cNvSpPr>
            <a:spLocks noGrp="1"/>
          </p:cNvSpPr>
          <p:nvPr>
            <p:ph type="body" sz="quarter" idx="28" hasCustomPrompt="1"/>
          </p:nvPr>
        </p:nvSpPr>
        <p:spPr>
          <a:xfrm>
            <a:off x="777600" y="2122185"/>
            <a:ext cx="4320000" cy="464603"/>
          </a:xfrm>
          <a:prstGeom prst="rect">
            <a:avLst/>
          </a:prstGeom>
        </p:spPr>
        <p:txBody>
          <a:bodyPr vert="horz" lIns="0" tIns="0" rIns="0" bIns="0"/>
          <a:lstStyle>
            <a:lvl1pPr marL="0" marR="0" indent="0" algn="l" defTabSz="912579" rtl="0" eaLnBrk="1" fontAlgn="auto" latinLnBrk="0" hangingPunct="1">
              <a:lnSpc>
                <a:spcPct val="120000"/>
              </a:lnSpc>
              <a:spcBef>
                <a:spcPts val="0"/>
              </a:spcBef>
              <a:spcAft>
                <a:spcPts val="0"/>
              </a:spcAft>
              <a:buClrTx/>
              <a:buSzTx/>
              <a:buFont typeface="Arial" panose="020B0604020202020204" pitchFamily="34" charset="0"/>
              <a:buNone/>
              <a:tabLst/>
              <a:defRPr sz="1877" b="0">
                <a:solidFill>
                  <a:schemeClr val="bg1"/>
                </a:solidFill>
                <a:latin typeface="Arial"/>
                <a:cs typeface="Arial"/>
              </a:defRPr>
            </a:lvl1pPr>
            <a:lvl2pPr marL="287224" indent="-287224">
              <a:lnSpc>
                <a:spcPts val="4224"/>
              </a:lnSpc>
              <a:spcBef>
                <a:spcPts val="0"/>
              </a:spcBef>
              <a:defRPr sz="2347">
                <a:solidFill>
                  <a:srgbClr val="10264E"/>
                </a:solidFill>
                <a:latin typeface="Arial"/>
                <a:cs typeface="Arial"/>
              </a:defRPr>
            </a:lvl2pPr>
            <a:lvl3pPr marL="287224" indent="-287224">
              <a:lnSpc>
                <a:spcPts val="4224"/>
              </a:lnSpc>
              <a:spcBef>
                <a:spcPts val="0"/>
              </a:spcBef>
              <a:defRPr sz="2347">
                <a:solidFill>
                  <a:srgbClr val="10264E"/>
                </a:solidFill>
                <a:latin typeface="Arial"/>
                <a:cs typeface="Arial"/>
              </a:defRPr>
            </a:lvl3pPr>
            <a:lvl4pPr marL="287224" indent="-287224">
              <a:lnSpc>
                <a:spcPts val="4224"/>
              </a:lnSpc>
              <a:spcBef>
                <a:spcPts val="0"/>
              </a:spcBef>
              <a:defRPr sz="2347">
                <a:solidFill>
                  <a:srgbClr val="10264E"/>
                </a:solidFill>
                <a:latin typeface="Arial"/>
                <a:cs typeface="Arial"/>
              </a:defRPr>
            </a:lvl4pPr>
            <a:lvl5pPr marL="287224" indent="-287224">
              <a:lnSpc>
                <a:spcPts val="4224"/>
              </a:lnSpc>
              <a:spcBef>
                <a:spcPts val="0"/>
              </a:spcBef>
              <a:defRPr sz="2347">
                <a:solidFill>
                  <a:srgbClr val="10264E"/>
                </a:solidFill>
                <a:latin typeface="Arial"/>
                <a:cs typeface="Arial"/>
              </a:defRPr>
            </a:lvl5pPr>
          </a:lstStyle>
          <a:p>
            <a:pPr lvl="0"/>
            <a:r>
              <a:rPr lang="nl-NL" dirty="0"/>
              <a:t>[e-mailadres]</a:t>
            </a:r>
          </a:p>
        </p:txBody>
      </p:sp>
      <p:pic>
        <p:nvPicPr>
          <p:cNvPr id="3" name="Afbeelding 2">
            <a:extLst>
              <a:ext uri="{FF2B5EF4-FFF2-40B4-BE49-F238E27FC236}">
                <a16:creationId xmlns:a16="http://schemas.microsoft.com/office/drawing/2014/main" id="{2C5E712C-5496-4582-9FCF-C3F14CF788B6}"/>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791341" y="5864400"/>
            <a:ext cx="1520518" cy="464603"/>
          </a:xfrm>
          <a:prstGeom prst="rect">
            <a:avLst/>
          </a:prstGeom>
        </p:spPr>
      </p:pic>
      <p:sp>
        <p:nvSpPr>
          <p:cNvPr id="4" name="Titel 3">
            <a:extLst>
              <a:ext uri="{FF2B5EF4-FFF2-40B4-BE49-F238E27FC236}">
                <a16:creationId xmlns:a16="http://schemas.microsoft.com/office/drawing/2014/main" id="{1C6EC026-02AE-43ED-B54C-523EEAEF44E0}"/>
              </a:ext>
            </a:extLst>
          </p:cNvPr>
          <p:cNvSpPr>
            <a:spLocks noGrp="1"/>
          </p:cNvSpPr>
          <p:nvPr>
            <p:ph type="title" hasCustomPrompt="1"/>
          </p:nvPr>
        </p:nvSpPr>
        <p:spPr>
          <a:xfrm>
            <a:off x="1296000" y="720000"/>
            <a:ext cx="9864000" cy="837122"/>
          </a:xfrm>
        </p:spPr>
        <p:txBody>
          <a:bodyPr/>
          <a:lstStyle>
            <a:lvl1pPr>
              <a:defRPr/>
            </a:lvl1pPr>
          </a:lstStyle>
          <a:p>
            <a:r>
              <a:rPr lang="nl-NL" dirty="0"/>
              <a:t>[naam]</a:t>
            </a:r>
          </a:p>
        </p:txBody>
      </p:sp>
      <p:sp>
        <p:nvSpPr>
          <p:cNvPr id="15" name="Tijdelijke aanduiding voor tekst 3">
            <a:extLst>
              <a:ext uri="{FF2B5EF4-FFF2-40B4-BE49-F238E27FC236}">
                <a16:creationId xmlns:a16="http://schemas.microsoft.com/office/drawing/2014/main" id="{6CFA03C9-356F-461D-84CC-49E7736E59B0}"/>
              </a:ext>
            </a:extLst>
          </p:cNvPr>
          <p:cNvSpPr>
            <a:spLocks noGrp="1"/>
          </p:cNvSpPr>
          <p:nvPr>
            <p:ph type="body" sz="quarter" idx="29" hasCustomPrompt="1"/>
          </p:nvPr>
        </p:nvSpPr>
        <p:spPr>
          <a:xfrm>
            <a:off x="777600" y="2586788"/>
            <a:ext cx="4320000" cy="1771509"/>
          </a:xfrm>
          <a:prstGeom prst="rect">
            <a:avLst/>
          </a:prstGeom>
        </p:spPr>
        <p:txBody>
          <a:bodyPr vert="horz" lIns="0" tIns="0" rIns="0" bIns="0"/>
          <a:lstStyle>
            <a:lvl1pPr marL="0" marR="0" indent="0" algn="l" defTabSz="912579" rtl="0" eaLnBrk="1" fontAlgn="auto" latinLnBrk="0" hangingPunct="1">
              <a:lnSpc>
                <a:spcPct val="120000"/>
              </a:lnSpc>
              <a:spcBef>
                <a:spcPts val="0"/>
              </a:spcBef>
              <a:spcAft>
                <a:spcPts val="0"/>
              </a:spcAft>
              <a:buClrTx/>
              <a:buSzTx/>
              <a:buFont typeface="Arial" panose="020B0604020202020204" pitchFamily="34" charset="0"/>
              <a:buNone/>
              <a:tabLst/>
              <a:defRPr sz="1877" b="0">
                <a:solidFill>
                  <a:schemeClr val="bg1"/>
                </a:solidFill>
                <a:latin typeface="Arial"/>
                <a:cs typeface="Arial"/>
              </a:defRPr>
            </a:lvl1pPr>
            <a:lvl2pPr marL="287224" indent="-287224">
              <a:lnSpc>
                <a:spcPts val="4224"/>
              </a:lnSpc>
              <a:spcBef>
                <a:spcPts val="0"/>
              </a:spcBef>
              <a:defRPr sz="2347">
                <a:solidFill>
                  <a:srgbClr val="10264E"/>
                </a:solidFill>
                <a:latin typeface="Arial"/>
                <a:cs typeface="Arial"/>
              </a:defRPr>
            </a:lvl2pPr>
            <a:lvl3pPr marL="287224" indent="-287224">
              <a:lnSpc>
                <a:spcPts val="4224"/>
              </a:lnSpc>
              <a:spcBef>
                <a:spcPts val="0"/>
              </a:spcBef>
              <a:defRPr sz="2347">
                <a:solidFill>
                  <a:srgbClr val="10264E"/>
                </a:solidFill>
                <a:latin typeface="Arial"/>
                <a:cs typeface="Arial"/>
              </a:defRPr>
            </a:lvl3pPr>
            <a:lvl4pPr marL="287224" indent="-287224">
              <a:lnSpc>
                <a:spcPts val="4224"/>
              </a:lnSpc>
              <a:spcBef>
                <a:spcPts val="0"/>
              </a:spcBef>
              <a:defRPr sz="2347">
                <a:solidFill>
                  <a:srgbClr val="10264E"/>
                </a:solidFill>
                <a:latin typeface="Arial"/>
                <a:cs typeface="Arial"/>
              </a:defRPr>
            </a:lvl4pPr>
            <a:lvl5pPr marL="287224" indent="-287224">
              <a:lnSpc>
                <a:spcPts val="4224"/>
              </a:lnSpc>
              <a:spcBef>
                <a:spcPts val="0"/>
              </a:spcBef>
              <a:defRPr sz="2347">
                <a:solidFill>
                  <a:srgbClr val="10264E"/>
                </a:solidFill>
                <a:latin typeface="Arial"/>
                <a:cs typeface="Arial"/>
              </a:defRPr>
            </a:lvl5pPr>
          </a:lstStyle>
          <a:p>
            <a:pPr lvl="0"/>
            <a:r>
              <a:rPr lang="nl-NL" dirty="0"/>
              <a:t>[andere contactinfo, b.v. LinkedIn]</a:t>
            </a:r>
          </a:p>
        </p:txBody>
      </p:sp>
    </p:spTree>
    <p:extLst>
      <p:ext uri="{BB962C8B-B14F-4D97-AF65-F5344CB8AC3E}">
        <p14:creationId xmlns:p14="http://schemas.microsoft.com/office/powerpoint/2010/main" val="12254639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3" name="Tijdelijke aanduiding voor media 2"/>
          <p:cNvSpPr>
            <a:spLocks noGrp="1"/>
          </p:cNvSpPr>
          <p:nvPr>
            <p:ph type="media" sz="quarter" idx="12"/>
          </p:nvPr>
        </p:nvSpPr>
        <p:spPr>
          <a:xfrm>
            <a:off x="8" y="0"/>
            <a:ext cx="12192000" cy="6858000"/>
          </a:xfrm>
          <a:prstGeom prst="rect">
            <a:avLst/>
          </a:prstGeom>
          <a:solidFill>
            <a:schemeClr val="bg1">
              <a:lumMod val="85000"/>
            </a:schemeClr>
          </a:solidFill>
        </p:spPr>
        <p:txBody>
          <a:bodyPr vert="horz"/>
          <a:lstStyle>
            <a:lvl1pPr marL="0" indent="0" algn="ctr">
              <a:buNone/>
              <a:defRPr>
                <a:solidFill>
                  <a:srgbClr val="5F5F5F"/>
                </a:solidFill>
              </a:defRPr>
            </a:lvl1pPr>
          </a:lstStyle>
          <a:p>
            <a:endParaRPr lang="nl-NL" dirty="0"/>
          </a:p>
        </p:txBody>
      </p:sp>
    </p:spTree>
    <p:extLst>
      <p:ext uri="{BB962C8B-B14F-4D97-AF65-F5344CB8AC3E}">
        <p14:creationId xmlns:p14="http://schemas.microsoft.com/office/powerpoint/2010/main" val="9318253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ectiekop">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5F53FA-EE09-4A0C-92EE-E4B8A636A532}"/>
              </a:ext>
            </a:extLst>
          </p:cNvPr>
          <p:cNvSpPr>
            <a:spLocks noGrp="1"/>
          </p:cNvSpPr>
          <p:nvPr>
            <p:ph type="title" hasCustomPrompt="1"/>
          </p:nvPr>
        </p:nvSpPr>
        <p:spPr>
          <a:xfrm>
            <a:off x="792000" y="1324801"/>
            <a:ext cx="6861600" cy="2358200"/>
          </a:xfrm>
        </p:spPr>
        <p:txBody>
          <a:bodyPr anchor="t" anchorCtr="0"/>
          <a:lstStyle>
            <a:lvl1pPr>
              <a:defRPr sz="4700">
                <a:solidFill>
                  <a:schemeClr val="bg1"/>
                </a:solidFill>
              </a:defRPr>
            </a:lvl1pPr>
          </a:lstStyle>
          <a:p>
            <a:r>
              <a:rPr lang="nl-NL" dirty="0"/>
              <a:t>[hoofdstuktitel]</a:t>
            </a:r>
          </a:p>
        </p:txBody>
      </p:sp>
      <p:sp>
        <p:nvSpPr>
          <p:cNvPr id="3" name="Tijdelijke aanduiding voor tekst 2">
            <a:extLst>
              <a:ext uri="{FF2B5EF4-FFF2-40B4-BE49-F238E27FC236}">
                <a16:creationId xmlns:a16="http://schemas.microsoft.com/office/drawing/2014/main" id="{C4959B75-7C22-46B5-B30C-BC3F15F35837}"/>
              </a:ext>
            </a:extLst>
          </p:cNvPr>
          <p:cNvSpPr>
            <a:spLocks noGrp="1"/>
          </p:cNvSpPr>
          <p:nvPr>
            <p:ph type="body" idx="1" hasCustomPrompt="1"/>
          </p:nvPr>
        </p:nvSpPr>
        <p:spPr>
          <a:xfrm>
            <a:off x="792000" y="3894246"/>
            <a:ext cx="6861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dirty="0"/>
              <a:t>[ondertitel of toelichting]</a:t>
            </a:r>
          </a:p>
        </p:txBody>
      </p:sp>
      <p:pic>
        <p:nvPicPr>
          <p:cNvPr id="8" name="Afbeelding 7">
            <a:extLst>
              <a:ext uri="{FF2B5EF4-FFF2-40B4-BE49-F238E27FC236}">
                <a16:creationId xmlns:a16="http://schemas.microsoft.com/office/drawing/2014/main" id="{FF806D8B-5DD1-4AC8-881B-942EAB79FC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5362" y="4334037"/>
            <a:ext cx="2566638" cy="2523963"/>
          </a:xfrm>
          <a:prstGeom prst="rect">
            <a:avLst/>
          </a:prstGeom>
        </p:spPr>
      </p:pic>
      <p:pic>
        <p:nvPicPr>
          <p:cNvPr id="9" name="Afbeelding 8" descr="Afbeelding met tekst, kruiswoordpuzzel&#10;&#10;Beschrijving is gegenereerd met hoge betrouwbaarheid">
            <a:extLst>
              <a:ext uri="{FF2B5EF4-FFF2-40B4-BE49-F238E27FC236}">
                <a16:creationId xmlns:a16="http://schemas.microsoft.com/office/drawing/2014/main" id="{780794D5-73D1-4667-A8F7-1FFB0EDB22F1}"/>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792000" y="891306"/>
            <a:ext cx="266699" cy="222250"/>
          </a:xfrm>
          <a:prstGeom prst="rect">
            <a:avLst/>
          </a:prstGeom>
        </p:spPr>
      </p:pic>
    </p:spTree>
    <p:extLst>
      <p:ext uri="{BB962C8B-B14F-4D97-AF65-F5344CB8AC3E}">
        <p14:creationId xmlns:p14="http://schemas.microsoft.com/office/powerpoint/2010/main" val="11572513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4251F923-90BC-40F3-8BDA-DB17BAC4C646}"/>
              </a:ext>
            </a:extLst>
          </p:cNvPr>
          <p:cNvSpPr>
            <a:spLocks noGrp="1"/>
          </p:cNvSpPr>
          <p:nvPr>
            <p:ph type="title"/>
          </p:nvPr>
        </p:nvSpPr>
        <p:spPr/>
        <p:txBody>
          <a:bodyPr/>
          <a:lstStyle/>
          <a:p>
            <a:r>
              <a:rPr lang="nl-NL"/>
              <a:t>Klik om stijl te bewerken</a:t>
            </a:r>
          </a:p>
        </p:txBody>
      </p:sp>
    </p:spTree>
    <p:extLst>
      <p:ext uri="{BB962C8B-B14F-4D97-AF65-F5344CB8AC3E}">
        <p14:creationId xmlns:p14="http://schemas.microsoft.com/office/powerpoint/2010/main" val="261644059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reserve="1">
  <p:cSld name="Leeg">
    <p:spTree>
      <p:nvGrpSpPr>
        <p:cNvPr id="1" name=""/>
        <p:cNvGrpSpPr/>
        <p:nvPr/>
      </p:nvGrpSpPr>
      <p:grpSpPr>
        <a:xfrm>
          <a:off x="0" y="0"/>
          <a:ext cx="0" cy="0"/>
          <a:chOff x="0" y="0"/>
          <a:chExt cx="0" cy="0"/>
        </a:xfrm>
      </p:grpSpPr>
      <p:sp>
        <p:nvSpPr>
          <p:cNvPr id="5" name="Rechthoekige driehoek 4">
            <a:extLst>
              <a:ext uri="{FF2B5EF4-FFF2-40B4-BE49-F238E27FC236}">
                <a16:creationId xmlns:a16="http://schemas.microsoft.com/office/drawing/2014/main" id="{7B950D76-FDB9-4D4D-8E5F-9E36F651D41E}"/>
              </a:ext>
            </a:extLst>
          </p:cNvPr>
          <p:cNvSpPr/>
          <p:nvPr userDrawn="1"/>
        </p:nvSpPr>
        <p:spPr>
          <a:xfrm rot="5400000">
            <a:off x="11400000" y="6066000"/>
            <a:ext cx="792000" cy="7920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 name="Rechthoekige driehoek 2">
            <a:extLst>
              <a:ext uri="{FF2B5EF4-FFF2-40B4-BE49-F238E27FC236}">
                <a16:creationId xmlns:a16="http://schemas.microsoft.com/office/drawing/2014/main" id="{095CAFC6-5277-4CDE-9614-4E898AC231F9}"/>
              </a:ext>
            </a:extLst>
          </p:cNvPr>
          <p:cNvSpPr/>
          <p:nvPr userDrawn="1"/>
        </p:nvSpPr>
        <p:spPr>
          <a:xfrm rot="16200000">
            <a:off x="0" y="6066000"/>
            <a:ext cx="792000" cy="7920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Rechthoek 3">
            <a:extLst>
              <a:ext uri="{FF2B5EF4-FFF2-40B4-BE49-F238E27FC236}">
                <a16:creationId xmlns:a16="http://schemas.microsoft.com/office/drawing/2014/main" id="{34050CDE-221E-4E1C-8123-F90126286791}"/>
              </a:ext>
            </a:extLst>
          </p:cNvPr>
          <p:cNvSpPr/>
          <p:nvPr userDrawn="1"/>
        </p:nvSpPr>
        <p:spPr>
          <a:xfrm>
            <a:off x="11400000" y="6066000"/>
            <a:ext cx="792000" cy="792000"/>
          </a:xfrm>
          <a:prstGeom prst="rect">
            <a:avLst/>
          </a:prstGeom>
          <a:solidFill>
            <a:srgbClr val="5F5F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319336231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Afsluitgroet">
    <p:bg>
      <p:bgPr>
        <a:solidFill>
          <a:schemeClr val="accent2"/>
        </a:solidFill>
        <a:effectLst/>
      </p:bgPr>
    </p:bg>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69BFDD44-2866-4BB8-BAB3-956F9C108EEB}"/>
              </a:ext>
            </a:extLst>
          </p:cNvPr>
          <p:cNvPicPr>
            <a:picLocks noChangeAspect="1"/>
          </p:cNvPicPr>
          <p:nvPr userDrawn="1"/>
        </p:nvPicPr>
        <p:blipFill>
          <a:blip r:embed="rId2"/>
          <a:stretch>
            <a:fillRect/>
          </a:stretch>
        </p:blipFill>
        <p:spPr>
          <a:xfrm>
            <a:off x="9625362" y="4334037"/>
            <a:ext cx="2566638" cy="2523963"/>
          </a:xfrm>
          <a:prstGeom prst="rect">
            <a:avLst/>
          </a:prstGeom>
        </p:spPr>
      </p:pic>
      <p:pic>
        <p:nvPicPr>
          <p:cNvPr id="24" name="Afbeelding 23">
            <a:extLst>
              <a:ext uri="{FF2B5EF4-FFF2-40B4-BE49-F238E27FC236}">
                <a16:creationId xmlns:a16="http://schemas.microsoft.com/office/drawing/2014/main" id="{74C25534-E1F7-408F-971A-A92512CE123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92000" y="5257800"/>
            <a:ext cx="3534451" cy="1081088"/>
          </a:xfrm>
          <a:prstGeom prst="rect">
            <a:avLst/>
          </a:prstGeom>
        </p:spPr>
      </p:pic>
      <p:sp>
        <p:nvSpPr>
          <p:cNvPr id="6" name="Tijdelijke aanduiding voor tekst 5">
            <a:extLst>
              <a:ext uri="{FF2B5EF4-FFF2-40B4-BE49-F238E27FC236}">
                <a16:creationId xmlns:a16="http://schemas.microsoft.com/office/drawing/2014/main" id="{05F27743-4FBD-454F-B003-399F0DD3C9B5}"/>
              </a:ext>
            </a:extLst>
          </p:cNvPr>
          <p:cNvSpPr>
            <a:spLocks noGrp="1"/>
          </p:cNvSpPr>
          <p:nvPr>
            <p:ph type="body" sz="quarter" idx="10" hasCustomPrompt="1"/>
          </p:nvPr>
        </p:nvSpPr>
        <p:spPr>
          <a:xfrm>
            <a:off x="792000" y="1203770"/>
            <a:ext cx="7797800" cy="1694004"/>
          </a:xfrm>
        </p:spPr>
        <p:txBody>
          <a:bodyPr>
            <a:normAutofit/>
          </a:bodyPr>
          <a:lstStyle>
            <a:lvl1pPr marL="0" indent="0">
              <a:lnSpc>
                <a:spcPct val="105000"/>
              </a:lnSpc>
              <a:buNone/>
              <a:defRPr sz="3600">
                <a:solidFill>
                  <a:schemeClr val="bg1"/>
                </a:solidFill>
              </a:defRPr>
            </a:lvl1pPr>
          </a:lstStyle>
          <a:p>
            <a:pPr lvl="0"/>
            <a:r>
              <a:rPr lang="nl-NL" dirty="0"/>
              <a:t>[afsluitgroet]</a:t>
            </a:r>
          </a:p>
        </p:txBody>
      </p:sp>
      <p:sp>
        <p:nvSpPr>
          <p:cNvPr id="8" name="Tijdelijke aanduiding voor tekst 7">
            <a:extLst>
              <a:ext uri="{FF2B5EF4-FFF2-40B4-BE49-F238E27FC236}">
                <a16:creationId xmlns:a16="http://schemas.microsoft.com/office/drawing/2014/main" id="{322CD84B-886E-4595-BFBC-7504B9A0CE8A}"/>
              </a:ext>
            </a:extLst>
          </p:cNvPr>
          <p:cNvSpPr>
            <a:spLocks noGrp="1"/>
          </p:cNvSpPr>
          <p:nvPr>
            <p:ph type="body" sz="quarter" idx="11" hasCustomPrompt="1"/>
          </p:nvPr>
        </p:nvSpPr>
        <p:spPr>
          <a:xfrm>
            <a:off x="792000" y="3588345"/>
            <a:ext cx="4800600" cy="1081088"/>
          </a:xfrm>
        </p:spPr>
        <p:txBody>
          <a:bodyPr>
            <a:normAutofit/>
          </a:bodyPr>
          <a:lstStyle>
            <a:lvl1pPr marL="0" indent="0">
              <a:buNone/>
              <a:defRPr sz="1800">
                <a:solidFill>
                  <a:schemeClr val="bg1"/>
                </a:solidFill>
              </a:defRPr>
            </a:lvl1pPr>
            <a:lvl2pPr marL="252000" indent="0">
              <a:buNone/>
              <a:defRPr>
                <a:solidFill>
                  <a:schemeClr val="bg1"/>
                </a:solidFill>
              </a:defRPr>
            </a:lvl2pPr>
            <a:lvl3pPr marL="504000" indent="0">
              <a:buNone/>
              <a:defRPr>
                <a:solidFill>
                  <a:schemeClr val="bg1"/>
                </a:solidFill>
              </a:defRPr>
            </a:lvl3pPr>
            <a:lvl4pPr>
              <a:buNone/>
              <a:defRPr>
                <a:solidFill>
                  <a:schemeClr val="bg1"/>
                </a:solidFill>
              </a:defRPr>
            </a:lvl4pPr>
            <a:lvl5pPr>
              <a:buNone/>
              <a:defRPr>
                <a:solidFill>
                  <a:schemeClr val="bg1"/>
                </a:solidFill>
              </a:defRPr>
            </a:lvl5pPr>
          </a:lstStyle>
          <a:p>
            <a:pPr lvl="0"/>
            <a:r>
              <a:rPr lang="nl-NL" dirty="0"/>
              <a:t>[contactgegevens]</a:t>
            </a:r>
          </a:p>
        </p:txBody>
      </p:sp>
    </p:spTree>
    <p:extLst>
      <p:ext uri="{BB962C8B-B14F-4D97-AF65-F5344CB8AC3E}">
        <p14:creationId xmlns:p14="http://schemas.microsoft.com/office/powerpoint/2010/main" val="31060482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Einde">
    <p:bg>
      <p:bgRef idx="1001">
        <a:schemeClr val="bg1"/>
      </p:bgRef>
    </p:bg>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AC0D48FD-529E-4A93-8565-3D666AA793E1}"/>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4684122" y="2997593"/>
            <a:ext cx="2823757" cy="862815"/>
          </a:xfrm>
          <a:prstGeom prst="rect">
            <a:avLst/>
          </a:prstGeom>
        </p:spPr>
      </p:pic>
    </p:spTree>
    <p:extLst>
      <p:ext uri="{BB962C8B-B14F-4D97-AF65-F5344CB8AC3E}">
        <p14:creationId xmlns:p14="http://schemas.microsoft.com/office/powerpoint/2010/main" val="210923977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19" Type="http://schemas.openxmlformats.org/officeDocument/2006/relationships/theme" Target="../theme/theme2.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FB40F12D-8035-4195-930D-B791F468267A}"/>
              </a:ext>
            </a:extLst>
          </p:cNvPr>
          <p:cNvSpPr>
            <a:spLocks noGrp="1"/>
          </p:cNvSpPr>
          <p:nvPr>
            <p:ph type="title"/>
          </p:nvPr>
        </p:nvSpPr>
        <p:spPr>
          <a:xfrm>
            <a:off x="1296000" y="720000"/>
            <a:ext cx="9864000" cy="1296000"/>
          </a:xfrm>
          <a:prstGeom prst="rect">
            <a:avLst/>
          </a:prstGeom>
        </p:spPr>
        <p:txBody>
          <a:bodyPr vert="horz" lIns="0" tIns="0" rIns="0" bIns="0" rtlCol="0" anchor="t" anchorCtr="0">
            <a:noAutofit/>
          </a:bodyPr>
          <a:lstStyle/>
          <a:p>
            <a:r>
              <a:rPr lang="nl-NL" dirty="0"/>
              <a:t>Klik om stijl te bewerken</a:t>
            </a:r>
          </a:p>
        </p:txBody>
      </p:sp>
      <p:sp>
        <p:nvSpPr>
          <p:cNvPr id="3" name="Tijdelijke aanduiding voor tekst 2">
            <a:extLst>
              <a:ext uri="{FF2B5EF4-FFF2-40B4-BE49-F238E27FC236}">
                <a16:creationId xmlns:a16="http://schemas.microsoft.com/office/drawing/2014/main" id="{4DA64035-B49A-4536-A334-06A23F564E8C}"/>
              </a:ext>
            </a:extLst>
          </p:cNvPr>
          <p:cNvSpPr>
            <a:spLocks noGrp="1"/>
          </p:cNvSpPr>
          <p:nvPr>
            <p:ph type="body" idx="1"/>
          </p:nvPr>
        </p:nvSpPr>
        <p:spPr>
          <a:xfrm>
            <a:off x="1296000" y="2016000"/>
            <a:ext cx="9864000" cy="4140000"/>
          </a:xfrm>
          <a:prstGeom prst="rect">
            <a:avLst/>
          </a:prstGeom>
        </p:spPr>
        <p:txBody>
          <a:bodyPr vert="horz" lIns="0" tIns="0" rIns="0" bIns="0" rtlCol="0">
            <a:normAutofit/>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p>
          <a:p>
            <a:pPr lvl="5"/>
            <a:r>
              <a:rPr lang="nl-NL" dirty="0"/>
              <a:t>Zesde niveau</a:t>
            </a:r>
          </a:p>
          <a:p>
            <a:pPr lvl="6"/>
            <a:r>
              <a:rPr lang="nl-NL" dirty="0"/>
              <a:t>Zevende niveau</a:t>
            </a:r>
          </a:p>
          <a:p>
            <a:pPr lvl="7"/>
            <a:r>
              <a:rPr lang="nl-NL" dirty="0"/>
              <a:t>Achtste niveau</a:t>
            </a:r>
          </a:p>
          <a:p>
            <a:pPr lvl="8"/>
            <a:r>
              <a:rPr lang="nl-NL" dirty="0"/>
              <a:t>Negende niveau</a:t>
            </a:r>
          </a:p>
        </p:txBody>
      </p:sp>
      <p:sp>
        <p:nvSpPr>
          <p:cNvPr id="11" name="Rechthoekige driehoek 10">
            <a:extLst>
              <a:ext uri="{FF2B5EF4-FFF2-40B4-BE49-F238E27FC236}">
                <a16:creationId xmlns:a16="http://schemas.microsoft.com/office/drawing/2014/main" id="{330D8806-E372-45EA-882A-A3971C1ABBA5}"/>
              </a:ext>
            </a:extLst>
          </p:cNvPr>
          <p:cNvSpPr/>
          <p:nvPr userDrawn="1"/>
        </p:nvSpPr>
        <p:spPr>
          <a:xfrm flipH="1">
            <a:off x="792000" y="999026"/>
            <a:ext cx="198000" cy="1980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3" name="Rechthoekige driehoek 12">
            <a:extLst>
              <a:ext uri="{FF2B5EF4-FFF2-40B4-BE49-F238E27FC236}">
                <a16:creationId xmlns:a16="http://schemas.microsoft.com/office/drawing/2014/main" id="{5EC37B98-C211-4E5B-9560-4231BD5B7FC9}"/>
              </a:ext>
            </a:extLst>
          </p:cNvPr>
          <p:cNvSpPr/>
          <p:nvPr userDrawn="1"/>
        </p:nvSpPr>
        <p:spPr>
          <a:xfrm rot="5400000">
            <a:off x="11400000" y="6066000"/>
            <a:ext cx="792000" cy="7920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3514889891"/>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57" r:id="rId3"/>
    <p:sldLayoutId id="2147483650" r:id="rId4"/>
    <p:sldLayoutId id="2147483667" r:id="rId5"/>
    <p:sldLayoutId id="2147483668" r:id="rId6"/>
    <p:sldLayoutId id="2147483652" r:id="rId7"/>
    <p:sldLayoutId id="2147483662" r:id="rId8"/>
    <p:sldLayoutId id="2147483659" r:id="rId9"/>
    <p:sldLayoutId id="2147483660" r:id="rId10"/>
    <p:sldLayoutId id="2147483663" r:id="rId11"/>
    <p:sldLayoutId id="2147483664" r:id="rId12"/>
    <p:sldLayoutId id="2147483665" r:id="rId13"/>
    <p:sldLayoutId id="2147483651" r:id="rId14"/>
    <p:sldLayoutId id="2147483654" r:id="rId15"/>
    <p:sldLayoutId id="2147483655" r:id="rId16"/>
    <p:sldLayoutId id="2147483658" r:id="rId17"/>
    <p:sldLayoutId id="2147483666" r:id="rId18"/>
  </p:sldLayoutIdLst>
  <p:txStyles>
    <p:titleStyle>
      <a:lvl1pPr algn="l" defTabSz="914400" rtl="0" eaLnBrk="1" latinLnBrk="0" hangingPunct="1">
        <a:lnSpc>
          <a:spcPct val="105000"/>
        </a:lnSpc>
        <a:spcBef>
          <a:spcPct val="0"/>
        </a:spcBef>
        <a:buNone/>
        <a:defRPr sz="4000" b="0" kern="1200">
          <a:solidFill>
            <a:schemeClr val="tx1"/>
          </a:solidFill>
          <a:latin typeface="+mj-lt"/>
          <a:ea typeface="+mj-ea"/>
          <a:cs typeface="+mj-cs"/>
        </a:defRPr>
      </a:lvl1pPr>
    </p:titleStyle>
    <p:bodyStyle>
      <a:lvl1pPr marL="252000" indent="-252000" algn="l" defTabSz="914400" rtl="0" eaLnBrk="1" latinLnBrk="0" hangingPunct="1">
        <a:lnSpc>
          <a:spcPct val="120000"/>
        </a:lnSpc>
        <a:spcBef>
          <a:spcPts val="0"/>
        </a:spcBef>
        <a:buClrTx/>
        <a:buFont typeface="Arial" panose="020B0604020202020204" pitchFamily="34" charset="0"/>
        <a:buChar char="•"/>
        <a:defRPr sz="2400" kern="1200">
          <a:solidFill>
            <a:schemeClr val="tx1"/>
          </a:solidFill>
          <a:latin typeface="+mn-lt"/>
          <a:ea typeface="+mn-ea"/>
          <a:cs typeface="+mn-cs"/>
        </a:defRPr>
      </a:lvl1pPr>
      <a:lvl2pPr marL="504000" indent="-252000" algn="l" defTabSz="914400" rtl="0" eaLnBrk="1" latinLnBrk="0" hangingPunct="1">
        <a:lnSpc>
          <a:spcPct val="120000"/>
        </a:lnSpc>
        <a:spcBef>
          <a:spcPts val="0"/>
        </a:spcBef>
        <a:buClrTx/>
        <a:buFont typeface="Arial" panose="020B0604020202020204" pitchFamily="34" charset="0"/>
        <a:buChar char="–"/>
        <a:defRPr sz="2000" kern="1200">
          <a:solidFill>
            <a:schemeClr val="tx1"/>
          </a:solidFill>
          <a:latin typeface="+mn-lt"/>
          <a:ea typeface="+mn-ea"/>
          <a:cs typeface="+mn-cs"/>
        </a:defRPr>
      </a:lvl2pPr>
      <a:lvl3pPr marL="756000" indent="-252000" algn="l" defTabSz="914400" rtl="0" eaLnBrk="1" latinLnBrk="0" hangingPunct="1">
        <a:lnSpc>
          <a:spcPct val="120000"/>
        </a:lnSpc>
        <a:spcBef>
          <a:spcPts val="0"/>
        </a:spcBef>
        <a:buClrTx/>
        <a:buFont typeface="Arial" panose="020B0604020202020204" pitchFamily="34" charset="0"/>
        <a:buChar char="›"/>
        <a:defRPr sz="1800" kern="1200">
          <a:solidFill>
            <a:schemeClr val="tx1"/>
          </a:solidFill>
          <a:latin typeface="+mn-lt"/>
          <a:ea typeface="+mn-ea"/>
          <a:cs typeface="+mn-cs"/>
        </a:defRPr>
      </a:lvl3pPr>
      <a:lvl4pPr marL="1008000" indent="-252000" algn="l" defTabSz="914400" rtl="0" eaLnBrk="1" latinLnBrk="0" hangingPunct="1">
        <a:lnSpc>
          <a:spcPct val="120000"/>
        </a:lnSpc>
        <a:spcBef>
          <a:spcPts val="0"/>
        </a:spcBef>
        <a:buClrTx/>
        <a:buSzPct val="80000"/>
        <a:buFont typeface="Arial" panose="020B0604020202020204" pitchFamily="34" charset="0"/>
        <a:buChar char="□"/>
        <a:defRPr sz="1800" kern="1200">
          <a:solidFill>
            <a:schemeClr val="tx1"/>
          </a:solidFill>
          <a:latin typeface="+mn-lt"/>
          <a:ea typeface="+mn-ea"/>
          <a:cs typeface="+mn-cs"/>
        </a:defRPr>
      </a:lvl4pPr>
      <a:lvl5pPr marL="1260000" indent="-252000" algn="l" defTabSz="914400" rtl="0" eaLnBrk="1" latinLnBrk="0" hangingPunct="1">
        <a:lnSpc>
          <a:spcPct val="120000"/>
        </a:lnSpc>
        <a:spcBef>
          <a:spcPts val="0"/>
        </a:spcBef>
        <a:buClrTx/>
        <a:buSzPct val="90000"/>
        <a:buFont typeface="Arial" panose="020B0604020202020204" pitchFamily="34" charset="0"/>
        <a:buChar char="○"/>
        <a:defRPr sz="1800" b="0" kern="1200">
          <a:solidFill>
            <a:schemeClr val="tx1"/>
          </a:solidFill>
          <a:latin typeface="+mn-lt"/>
          <a:ea typeface="+mn-ea"/>
          <a:cs typeface="+mn-cs"/>
        </a:defRPr>
      </a:lvl5pPr>
      <a:lvl6pPr marL="1512000" indent="-25200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mn-lt"/>
          <a:ea typeface="+mn-ea"/>
          <a:cs typeface="+mn-cs"/>
        </a:defRPr>
      </a:lvl6pPr>
      <a:lvl7pPr marL="0" indent="0" algn="l" defTabSz="914400" rtl="0" eaLnBrk="1" latinLnBrk="0" hangingPunct="1">
        <a:lnSpc>
          <a:spcPct val="120000"/>
        </a:lnSpc>
        <a:spcBef>
          <a:spcPts val="0"/>
        </a:spcBef>
        <a:buClr>
          <a:schemeClr val="bg1"/>
        </a:buClr>
        <a:buSzPct val="25000"/>
        <a:buFont typeface="Arial" panose="020B0604020202020204" pitchFamily="34" charset="0"/>
        <a:buChar char="'"/>
        <a:defRPr sz="2400" kern="1200">
          <a:solidFill>
            <a:schemeClr val="tx1"/>
          </a:solidFill>
          <a:latin typeface="+mn-lt"/>
          <a:ea typeface="+mn-ea"/>
          <a:cs typeface="+mn-cs"/>
        </a:defRPr>
      </a:lvl7pPr>
      <a:lvl8pPr marL="0" indent="0" algn="l" defTabSz="914400" rtl="0" eaLnBrk="1" latinLnBrk="0" hangingPunct="1">
        <a:lnSpc>
          <a:spcPct val="120000"/>
        </a:lnSpc>
        <a:spcBef>
          <a:spcPts val="0"/>
        </a:spcBef>
        <a:buClr>
          <a:schemeClr val="bg1"/>
        </a:buClr>
        <a:buSzPct val="25000"/>
        <a:buFont typeface="Arial" panose="020B0604020202020204" pitchFamily="34" charset="0"/>
        <a:buChar char="'"/>
        <a:defRPr sz="2400" b="1" kern="1200">
          <a:solidFill>
            <a:schemeClr val="tx1"/>
          </a:solidFill>
          <a:latin typeface="+mn-lt"/>
          <a:ea typeface="+mn-ea"/>
          <a:cs typeface="+mn-cs"/>
        </a:defRPr>
      </a:lvl8pPr>
      <a:lvl9pPr marL="360000" indent="-360000" algn="l" defTabSz="914400" rtl="0" eaLnBrk="1" latinLnBrk="0" hangingPunct="1">
        <a:lnSpc>
          <a:spcPct val="120000"/>
        </a:lnSpc>
        <a:spcBef>
          <a:spcPts val="0"/>
        </a:spcBef>
        <a:buFont typeface="+mj-lt"/>
        <a:buAutoNum type="arabicPeriod"/>
        <a:defRPr sz="24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5F5F5F"/>
        </a:solid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FB40F12D-8035-4195-930D-B791F468267A}"/>
              </a:ext>
            </a:extLst>
          </p:cNvPr>
          <p:cNvSpPr>
            <a:spLocks noGrp="1"/>
          </p:cNvSpPr>
          <p:nvPr>
            <p:ph type="title"/>
          </p:nvPr>
        </p:nvSpPr>
        <p:spPr>
          <a:xfrm>
            <a:off x="1296000" y="720000"/>
            <a:ext cx="9864000" cy="1296000"/>
          </a:xfrm>
          <a:prstGeom prst="rect">
            <a:avLst/>
          </a:prstGeom>
        </p:spPr>
        <p:txBody>
          <a:bodyPr vert="horz" lIns="0" tIns="0" rIns="0" bIns="0" rtlCol="0" anchor="t" anchorCtr="0">
            <a:noAutofit/>
          </a:bodyPr>
          <a:lstStyle/>
          <a:p>
            <a:r>
              <a:rPr lang="nl-NL" dirty="0"/>
              <a:t>Klik om stijl te bewerken</a:t>
            </a:r>
          </a:p>
        </p:txBody>
      </p:sp>
      <p:sp>
        <p:nvSpPr>
          <p:cNvPr id="3" name="Tijdelijke aanduiding voor tekst 2">
            <a:extLst>
              <a:ext uri="{FF2B5EF4-FFF2-40B4-BE49-F238E27FC236}">
                <a16:creationId xmlns:a16="http://schemas.microsoft.com/office/drawing/2014/main" id="{4DA64035-B49A-4536-A334-06A23F564E8C}"/>
              </a:ext>
            </a:extLst>
          </p:cNvPr>
          <p:cNvSpPr>
            <a:spLocks noGrp="1"/>
          </p:cNvSpPr>
          <p:nvPr>
            <p:ph type="body" idx="1"/>
          </p:nvPr>
        </p:nvSpPr>
        <p:spPr>
          <a:xfrm>
            <a:off x="1296000" y="2016000"/>
            <a:ext cx="9864000" cy="4140000"/>
          </a:xfrm>
          <a:prstGeom prst="rect">
            <a:avLst/>
          </a:prstGeom>
        </p:spPr>
        <p:txBody>
          <a:bodyPr vert="horz" lIns="0" tIns="0" rIns="0" bIns="0" rtlCol="0">
            <a:normAutofit/>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p>
          <a:p>
            <a:pPr lvl="5"/>
            <a:r>
              <a:rPr lang="nl-NL" dirty="0"/>
              <a:t>Zesde niveau</a:t>
            </a:r>
          </a:p>
          <a:p>
            <a:pPr lvl="6"/>
            <a:r>
              <a:rPr lang="nl-NL" dirty="0"/>
              <a:t>Zevende niveau</a:t>
            </a:r>
          </a:p>
          <a:p>
            <a:pPr lvl="7"/>
            <a:r>
              <a:rPr lang="nl-NL" dirty="0"/>
              <a:t>Achtste niveau</a:t>
            </a:r>
          </a:p>
          <a:p>
            <a:pPr lvl="8"/>
            <a:r>
              <a:rPr lang="nl-NL" dirty="0"/>
              <a:t>Negende niveau</a:t>
            </a:r>
          </a:p>
        </p:txBody>
      </p:sp>
      <p:sp>
        <p:nvSpPr>
          <p:cNvPr id="11" name="Rechthoekige driehoek 10">
            <a:extLst>
              <a:ext uri="{FF2B5EF4-FFF2-40B4-BE49-F238E27FC236}">
                <a16:creationId xmlns:a16="http://schemas.microsoft.com/office/drawing/2014/main" id="{330D8806-E372-45EA-882A-A3971C1ABBA5}"/>
              </a:ext>
            </a:extLst>
          </p:cNvPr>
          <p:cNvSpPr/>
          <p:nvPr userDrawn="1"/>
        </p:nvSpPr>
        <p:spPr>
          <a:xfrm flipH="1">
            <a:off x="792000" y="999026"/>
            <a:ext cx="198000" cy="1980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schemeClr val="bg1"/>
              </a:solidFill>
            </a:endParaRPr>
          </a:p>
        </p:txBody>
      </p:sp>
      <p:sp>
        <p:nvSpPr>
          <p:cNvPr id="13" name="Rechthoekige driehoek 12">
            <a:extLst>
              <a:ext uri="{FF2B5EF4-FFF2-40B4-BE49-F238E27FC236}">
                <a16:creationId xmlns:a16="http://schemas.microsoft.com/office/drawing/2014/main" id="{5EC37B98-C211-4E5B-9560-4231BD5B7FC9}"/>
              </a:ext>
            </a:extLst>
          </p:cNvPr>
          <p:cNvSpPr/>
          <p:nvPr userDrawn="1"/>
        </p:nvSpPr>
        <p:spPr>
          <a:xfrm rot="5400000">
            <a:off x="11400000" y="6066000"/>
            <a:ext cx="792000" cy="7920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schemeClr val="bg1"/>
              </a:solidFill>
            </a:endParaRPr>
          </a:p>
        </p:txBody>
      </p:sp>
    </p:spTree>
    <p:extLst>
      <p:ext uri="{BB962C8B-B14F-4D97-AF65-F5344CB8AC3E}">
        <p14:creationId xmlns:p14="http://schemas.microsoft.com/office/powerpoint/2010/main" val="1314000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Lst>
  <p:txStyles>
    <p:titleStyle>
      <a:lvl1pPr algn="l" defTabSz="914400" rtl="0" eaLnBrk="1" latinLnBrk="0" hangingPunct="1">
        <a:lnSpc>
          <a:spcPct val="105000"/>
        </a:lnSpc>
        <a:spcBef>
          <a:spcPct val="0"/>
        </a:spcBef>
        <a:buNone/>
        <a:defRPr sz="4000" b="0" kern="1200">
          <a:solidFill>
            <a:schemeClr val="bg1"/>
          </a:solidFill>
          <a:latin typeface="+mj-lt"/>
          <a:ea typeface="+mj-ea"/>
          <a:cs typeface="+mj-cs"/>
        </a:defRPr>
      </a:lvl1pPr>
    </p:titleStyle>
    <p:bodyStyle>
      <a:lvl1pPr marL="252000" indent="-252000" algn="l" defTabSz="914400" rtl="0" eaLnBrk="1" latinLnBrk="0" hangingPunct="1">
        <a:lnSpc>
          <a:spcPct val="120000"/>
        </a:lnSpc>
        <a:spcBef>
          <a:spcPts val="0"/>
        </a:spcBef>
        <a:buClrTx/>
        <a:buFont typeface="Arial" panose="020B0604020202020204" pitchFamily="34" charset="0"/>
        <a:buChar char="•"/>
        <a:defRPr sz="2400" kern="1200">
          <a:solidFill>
            <a:schemeClr val="bg1"/>
          </a:solidFill>
          <a:latin typeface="+mn-lt"/>
          <a:ea typeface="+mn-ea"/>
          <a:cs typeface="+mn-cs"/>
        </a:defRPr>
      </a:lvl1pPr>
      <a:lvl2pPr marL="504000" indent="-252000" algn="l" defTabSz="914400" rtl="0" eaLnBrk="1" latinLnBrk="0" hangingPunct="1">
        <a:lnSpc>
          <a:spcPct val="120000"/>
        </a:lnSpc>
        <a:spcBef>
          <a:spcPts val="0"/>
        </a:spcBef>
        <a:buClrTx/>
        <a:buFont typeface="Arial" panose="020B0604020202020204" pitchFamily="34" charset="0"/>
        <a:buChar char="–"/>
        <a:defRPr sz="2000" kern="1200">
          <a:solidFill>
            <a:schemeClr val="bg1"/>
          </a:solidFill>
          <a:latin typeface="+mn-lt"/>
          <a:ea typeface="+mn-ea"/>
          <a:cs typeface="+mn-cs"/>
        </a:defRPr>
      </a:lvl2pPr>
      <a:lvl3pPr marL="756000" indent="-252000" algn="l" defTabSz="914400" rtl="0" eaLnBrk="1" latinLnBrk="0" hangingPunct="1">
        <a:lnSpc>
          <a:spcPct val="120000"/>
        </a:lnSpc>
        <a:spcBef>
          <a:spcPts val="0"/>
        </a:spcBef>
        <a:buClrTx/>
        <a:buFont typeface="Arial" panose="020B0604020202020204" pitchFamily="34" charset="0"/>
        <a:buChar char="›"/>
        <a:defRPr sz="1800" kern="1200">
          <a:solidFill>
            <a:schemeClr val="bg1"/>
          </a:solidFill>
          <a:latin typeface="+mn-lt"/>
          <a:ea typeface="+mn-ea"/>
          <a:cs typeface="+mn-cs"/>
        </a:defRPr>
      </a:lvl3pPr>
      <a:lvl4pPr marL="1008000" indent="-252000" algn="l" defTabSz="914400" rtl="0" eaLnBrk="1" latinLnBrk="0" hangingPunct="1">
        <a:lnSpc>
          <a:spcPct val="120000"/>
        </a:lnSpc>
        <a:spcBef>
          <a:spcPts val="0"/>
        </a:spcBef>
        <a:buClrTx/>
        <a:buSzPct val="80000"/>
        <a:buFont typeface="Arial" panose="020B0604020202020204" pitchFamily="34" charset="0"/>
        <a:buChar char="□"/>
        <a:defRPr sz="1800" kern="1200">
          <a:solidFill>
            <a:schemeClr val="bg1"/>
          </a:solidFill>
          <a:latin typeface="+mn-lt"/>
          <a:ea typeface="+mn-ea"/>
          <a:cs typeface="+mn-cs"/>
        </a:defRPr>
      </a:lvl4pPr>
      <a:lvl5pPr marL="1260000" indent="-252000" algn="l" defTabSz="914400" rtl="0" eaLnBrk="1" latinLnBrk="0" hangingPunct="1">
        <a:lnSpc>
          <a:spcPct val="120000"/>
        </a:lnSpc>
        <a:spcBef>
          <a:spcPts val="0"/>
        </a:spcBef>
        <a:buClrTx/>
        <a:buSzPct val="90000"/>
        <a:buFont typeface="Arial" panose="020B0604020202020204" pitchFamily="34" charset="0"/>
        <a:buChar char="○"/>
        <a:defRPr sz="1800" b="0" kern="1200">
          <a:solidFill>
            <a:schemeClr val="bg1"/>
          </a:solidFill>
          <a:latin typeface="+mn-lt"/>
          <a:ea typeface="+mn-ea"/>
          <a:cs typeface="+mn-cs"/>
        </a:defRPr>
      </a:lvl5pPr>
      <a:lvl6pPr marL="1512000" indent="-252000" algn="l" defTabSz="914400" rtl="0" eaLnBrk="1" latinLnBrk="0" hangingPunct="1">
        <a:lnSpc>
          <a:spcPct val="120000"/>
        </a:lnSpc>
        <a:spcBef>
          <a:spcPts val="0"/>
        </a:spcBef>
        <a:buFont typeface="Arial" panose="020B0604020202020204" pitchFamily="34" charset="0"/>
        <a:buChar char="~"/>
        <a:defRPr sz="1800" kern="1200">
          <a:solidFill>
            <a:schemeClr val="bg1"/>
          </a:solidFill>
          <a:latin typeface="+mn-lt"/>
          <a:ea typeface="+mn-ea"/>
          <a:cs typeface="+mn-cs"/>
        </a:defRPr>
      </a:lvl6pPr>
      <a:lvl7pPr marL="0" indent="0" algn="l" defTabSz="914400" rtl="0" eaLnBrk="1" latinLnBrk="0" hangingPunct="1">
        <a:lnSpc>
          <a:spcPct val="120000"/>
        </a:lnSpc>
        <a:spcBef>
          <a:spcPts val="0"/>
        </a:spcBef>
        <a:buClr>
          <a:schemeClr val="bg1"/>
        </a:buClr>
        <a:buSzPct val="25000"/>
        <a:buFont typeface="Arial" panose="020B0604020202020204" pitchFamily="34" charset="0"/>
        <a:buChar char="'"/>
        <a:defRPr sz="2400" kern="1200">
          <a:solidFill>
            <a:schemeClr val="bg1"/>
          </a:solidFill>
          <a:latin typeface="+mn-lt"/>
          <a:ea typeface="+mn-ea"/>
          <a:cs typeface="+mn-cs"/>
        </a:defRPr>
      </a:lvl7pPr>
      <a:lvl8pPr marL="0" indent="0" algn="l" defTabSz="914400" rtl="0" eaLnBrk="1" latinLnBrk="0" hangingPunct="1">
        <a:lnSpc>
          <a:spcPct val="120000"/>
        </a:lnSpc>
        <a:spcBef>
          <a:spcPts val="0"/>
        </a:spcBef>
        <a:buClr>
          <a:schemeClr val="bg1"/>
        </a:buClr>
        <a:buSzPct val="25000"/>
        <a:buFont typeface="Arial" panose="020B0604020202020204" pitchFamily="34" charset="0"/>
        <a:buChar char="'"/>
        <a:defRPr sz="2400" b="1" kern="1200">
          <a:solidFill>
            <a:schemeClr val="bg1"/>
          </a:solidFill>
          <a:latin typeface="+mn-lt"/>
          <a:ea typeface="+mn-ea"/>
          <a:cs typeface="+mn-cs"/>
        </a:defRPr>
      </a:lvl8pPr>
      <a:lvl9pPr marL="360000" indent="-360000" algn="l" defTabSz="914400" rtl="0" eaLnBrk="1" latinLnBrk="0" hangingPunct="1">
        <a:lnSpc>
          <a:spcPct val="120000"/>
        </a:lnSpc>
        <a:spcBef>
          <a:spcPts val="0"/>
        </a:spcBef>
        <a:buFont typeface="+mj-lt"/>
        <a:buAutoNum type="arabicPeriod"/>
        <a:defRPr sz="2400" kern="1200">
          <a:solidFill>
            <a:schemeClr val="bg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nl-NL" dirty="0"/>
              <a:t>Building Multi-Tenant Applications</a:t>
            </a:r>
          </a:p>
        </p:txBody>
      </p:sp>
      <p:sp>
        <p:nvSpPr>
          <p:cNvPr id="3" name="Ondertitel 2"/>
          <p:cNvSpPr>
            <a:spLocks noGrp="1"/>
          </p:cNvSpPr>
          <p:nvPr>
            <p:ph type="subTitle" idx="1"/>
          </p:nvPr>
        </p:nvSpPr>
        <p:spPr/>
        <p:txBody>
          <a:bodyPr/>
          <a:lstStyle/>
          <a:p>
            <a:endParaRPr lang="nl-NL" dirty="0"/>
          </a:p>
        </p:txBody>
      </p:sp>
    </p:spTree>
    <p:extLst>
      <p:ext uri="{BB962C8B-B14F-4D97-AF65-F5344CB8AC3E}">
        <p14:creationId xmlns:p14="http://schemas.microsoft.com/office/powerpoint/2010/main" val="2164760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A1A429-0AFF-E539-08DB-A299AF12308E}"/>
              </a:ext>
            </a:extLst>
          </p:cNvPr>
          <p:cNvSpPr>
            <a:spLocks noGrp="1"/>
          </p:cNvSpPr>
          <p:nvPr>
            <p:ph idx="1"/>
          </p:nvPr>
        </p:nvSpPr>
        <p:spPr/>
        <p:txBody>
          <a:bodyPr/>
          <a:lstStyle/>
          <a:p>
            <a:r>
              <a:rPr lang="en-US" dirty="0"/>
              <a:t>Who am I</a:t>
            </a:r>
          </a:p>
          <a:p>
            <a:r>
              <a:rPr lang="en-US" dirty="0"/>
              <a:t>What is multi-tenancy</a:t>
            </a:r>
          </a:p>
          <a:p>
            <a:r>
              <a:rPr lang="en-US" dirty="0"/>
              <a:t>How to detect a tenant</a:t>
            </a:r>
          </a:p>
          <a:p>
            <a:r>
              <a:rPr lang="en-US" dirty="0"/>
              <a:t>Demo time!</a:t>
            </a:r>
          </a:p>
        </p:txBody>
      </p:sp>
      <p:sp>
        <p:nvSpPr>
          <p:cNvPr id="3" name="Title 2">
            <a:extLst>
              <a:ext uri="{FF2B5EF4-FFF2-40B4-BE49-F238E27FC236}">
                <a16:creationId xmlns:a16="http://schemas.microsoft.com/office/drawing/2014/main" id="{CA5CB007-4452-3B86-2367-9524CB3DA6F5}"/>
              </a:ext>
            </a:extLst>
          </p:cNvPr>
          <p:cNvSpPr>
            <a:spLocks noGrp="1"/>
          </p:cNvSpPr>
          <p:nvPr>
            <p:ph type="title"/>
          </p:nvPr>
        </p:nvSpPr>
        <p:spPr/>
        <p:txBody>
          <a:bodyPr/>
          <a:lstStyle/>
          <a:p>
            <a:r>
              <a:rPr lang="en-US" dirty="0"/>
              <a:t>Agenda</a:t>
            </a:r>
          </a:p>
        </p:txBody>
      </p:sp>
    </p:spTree>
    <p:extLst>
      <p:ext uri="{BB962C8B-B14F-4D97-AF65-F5344CB8AC3E}">
        <p14:creationId xmlns:p14="http://schemas.microsoft.com/office/powerpoint/2010/main" val="2336791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EB514-485A-4B6B-0602-F823CA55E498}"/>
              </a:ext>
            </a:extLst>
          </p:cNvPr>
          <p:cNvSpPr>
            <a:spLocks noGrp="1"/>
          </p:cNvSpPr>
          <p:nvPr>
            <p:ph type="title"/>
          </p:nvPr>
        </p:nvSpPr>
        <p:spPr/>
        <p:txBody>
          <a:bodyPr/>
          <a:lstStyle/>
          <a:p>
            <a:r>
              <a:rPr lang="en-US" dirty="0"/>
              <a:t>Who am I?</a:t>
            </a:r>
          </a:p>
        </p:txBody>
      </p:sp>
      <p:sp>
        <p:nvSpPr>
          <p:cNvPr id="3" name="Text Placeholder 2">
            <a:extLst>
              <a:ext uri="{FF2B5EF4-FFF2-40B4-BE49-F238E27FC236}">
                <a16:creationId xmlns:a16="http://schemas.microsoft.com/office/drawing/2014/main" id="{9B23962C-4518-A288-73C7-FFAE15DBBC5A}"/>
              </a:ext>
            </a:extLst>
          </p:cNvPr>
          <p:cNvSpPr>
            <a:spLocks noGrp="1"/>
          </p:cNvSpPr>
          <p:nvPr>
            <p:ph type="body" idx="1"/>
          </p:nvPr>
        </p:nvSpPr>
        <p:spPr/>
        <p:txBody>
          <a:bodyPr/>
          <a:lstStyle/>
          <a:p>
            <a:r>
              <a:rPr lang="en-US" dirty="0"/>
              <a:t> </a:t>
            </a:r>
          </a:p>
        </p:txBody>
      </p:sp>
    </p:spTree>
    <p:extLst>
      <p:ext uri="{BB962C8B-B14F-4D97-AF65-F5344CB8AC3E}">
        <p14:creationId xmlns:p14="http://schemas.microsoft.com/office/powerpoint/2010/main" val="1284702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A1A429-0AFF-E539-08DB-A299AF12308E}"/>
              </a:ext>
            </a:extLst>
          </p:cNvPr>
          <p:cNvSpPr>
            <a:spLocks noGrp="1"/>
          </p:cNvSpPr>
          <p:nvPr>
            <p:ph idx="1"/>
          </p:nvPr>
        </p:nvSpPr>
        <p:spPr>
          <a:xfrm>
            <a:off x="1296000" y="2016000"/>
            <a:ext cx="4707235" cy="4140000"/>
          </a:xfrm>
        </p:spPr>
        <p:txBody>
          <a:bodyPr/>
          <a:lstStyle/>
          <a:p>
            <a:r>
              <a:rPr lang="en-US" dirty="0"/>
              <a:t>Started on </a:t>
            </a:r>
            <a:r>
              <a:rPr lang="en-US" dirty="0" err="1"/>
              <a:t>KdG</a:t>
            </a:r>
            <a:endParaRPr lang="en-US" dirty="0"/>
          </a:p>
          <a:p>
            <a:r>
              <a:rPr lang="en-US" dirty="0"/>
              <a:t>8 Jaar dotnet</a:t>
            </a:r>
          </a:p>
          <a:p>
            <a:pPr lvl="1"/>
            <a:r>
              <a:rPr lang="en-US" dirty="0"/>
              <a:t>Full stack developer</a:t>
            </a:r>
          </a:p>
          <a:p>
            <a:pPr lvl="1"/>
            <a:r>
              <a:rPr lang="en-US" dirty="0"/>
              <a:t>Architect</a:t>
            </a:r>
          </a:p>
          <a:p>
            <a:r>
              <a:rPr lang="en-US" dirty="0" err="1"/>
              <a:t>Trainingen</a:t>
            </a:r>
            <a:endParaRPr lang="en-US" dirty="0"/>
          </a:p>
          <a:p>
            <a:r>
              <a:rPr lang="en-US" dirty="0" err="1"/>
              <a:t>Sessies</a:t>
            </a:r>
            <a:endParaRPr lang="en-US" dirty="0"/>
          </a:p>
          <a:p>
            <a:r>
              <a:rPr lang="en-US" dirty="0"/>
              <a:t>Internship</a:t>
            </a:r>
          </a:p>
          <a:p>
            <a:r>
              <a:rPr lang="en-US" dirty="0"/>
              <a:t>….</a:t>
            </a:r>
          </a:p>
        </p:txBody>
      </p:sp>
      <p:sp>
        <p:nvSpPr>
          <p:cNvPr id="3" name="Title 2">
            <a:extLst>
              <a:ext uri="{FF2B5EF4-FFF2-40B4-BE49-F238E27FC236}">
                <a16:creationId xmlns:a16="http://schemas.microsoft.com/office/drawing/2014/main" id="{CA5CB007-4452-3B86-2367-9524CB3DA6F5}"/>
              </a:ext>
            </a:extLst>
          </p:cNvPr>
          <p:cNvSpPr>
            <a:spLocks noGrp="1"/>
          </p:cNvSpPr>
          <p:nvPr>
            <p:ph type="title"/>
          </p:nvPr>
        </p:nvSpPr>
        <p:spPr/>
        <p:txBody>
          <a:bodyPr/>
          <a:lstStyle/>
          <a:p>
            <a:r>
              <a:rPr lang="en-US" dirty="0"/>
              <a:t>Ruben</a:t>
            </a:r>
          </a:p>
        </p:txBody>
      </p:sp>
      <p:sp>
        <p:nvSpPr>
          <p:cNvPr id="4" name="Content Placeholder 1">
            <a:extLst>
              <a:ext uri="{FF2B5EF4-FFF2-40B4-BE49-F238E27FC236}">
                <a16:creationId xmlns:a16="http://schemas.microsoft.com/office/drawing/2014/main" id="{0F94BBFB-8D1A-E655-6827-D0D842680063}"/>
              </a:ext>
            </a:extLst>
          </p:cNvPr>
          <p:cNvSpPr txBox="1">
            <a:spLocks/>
          </p:cNvSpPr>
          <p:nvPr/>
        </p:nvSpPr>
        <p:spPr>
          <a:xfrm>
            <a:off x="6384835" y="1996122"/>
            <a:ext cx="4707235" cy="4140000"/>
          </a:xfrm>
          <a:prstGeom prst="rect">
            <a:avLst/>
          </a:prstGeom>
        </p:spPr>
        <p:txBody>
          <a:bodyPr vert="horz" lIns="0" tIns="0" rIns="0" bIns="0" rtlCol="0">
            <a:normAutofit/>
          </a:bodyPr>
          <a:lstStyle>
            <a:lvl1pPr marL="252000" indent="-252000" algn="l" defTabSz="914400" rtl="0" eaLnBrk="1" latinLnBrk="0" hangingPunct="1">
              <a:lnSpc>
                <a:spcPct val="120000"/>
              </a:lnSpc>
              <a:spcBef>
                <a:spcPts val="0"/>
              </a:spcBef>
              <a:buClrTx/>
              <a:buFont typeface="Arial" panose="020B0604020202020204" pitchFamily="34" charset="0"/>
              <a:buChar char="•"/>
              <a:defRPr sz="2400" kern="1200">
                <a:solidFill>
                  <a:schemeClr val="tx1"/>
                </a:solidFill>
                <a:latin typeface="+mn-lt"/>
                <a:ea typeface="+mn-ea"/>
                <a:cs typeface="+mn-cs"/>
              </a:defRPr>
            </a:lvl1pPr>
            <a:lvl2pPr marL="504000" indent="-252000" algn="l" defTabSz="914400" rtl="0" eaLnBrk="1" latinLnBrk="0" hangingPunct="1">
              <a:lnSpc>
                <a:spcPct val="120000"/>
              </a:lnSpc>
              <a:spcBef>
                <a:spcPts val="0"/>
              </a:spcBef>
              <a:buClrTx/>
              <a:buFont typeface="Arial" panose="020B0604020202020204" pitchFamily="34" charset="0"/>
              <a:buChar char="–"/>
              <a:defRPr sz="2000" kern="1200">
                <a:solidFill>
                  <a:schemeClr val="tx1"/>
                </a:solidFill>
                <a:latin typeface="+mn-lt"/>
                <a:ea typeface="+mn-ea"/>
                <a:cs typeface="+mn-cs"/>
              </a:defRPr>
            </a:lvl2pPr>
            <a:lvl3pPr marL="756000" indent="-252000" algn="l" defTabSz="914400" rtl="0" eaLnBrk="1" latinLnBrk="0" hangingPunct="1">
              <a:lnSpc>
                <a:spcPct val="120000"/>
              </a:lnSpc>
              <a:spcBef>
                <a:spcPts val="0"/>
              </a:spcBef>
              <a:buClrTx/>
              <a:buFont typeface="Arial" panose="020B0604020202020204" pitchFamily="34" charset="0"/>
              <a:buChar char="›"/>
              <a:defRPr sz="1800" kern="1200">
                <a:solidFill>
                  <a:schemeClr val="tx1"/>
                </a:solidFill>
                <a:latin typeface="+mn-lt"/>
                <a:ea typeface="+mn-ea"/>
                <a:cs typeface="+mn-cs"/>
              </a:defRPr>
            </a:lvl3pPr>
            <a:lvl4pPr marL="1008000" indent="-252000" algn="l" defTabSz="914400" rtl="0" eaLnBrk="1" latinLnBrk="0" hangingPunct="1">
              <a:lnSpc>
                <a:spcPct val="120000"/>
              </a:lnSpc>
              <a:spcBef>
                <a:spcPts val="0"/>
              </a:spcBef>
              <a:buClrTx/>
              <a:buSzPct val="80000"/>
              <a:buFont typeface="Arial" panose="020B0604020202020204" pitchFamily="34" charset="0"/>
              <a:buChar char="□"/>
              <a:defRPr sz="1800" kern="1200">
                <a:solidFill>
                  <a:schemeClr val="tx1"/>
                </a:solidFill>
                <a:latin typeface="+mn-lt"/>
                <a:ea typeface="+mn-ea"/>
                <a:cs typeface="+mn-cs"/>
              </a:defRPr>
            </a:lvl4pPr>
            <a:lvl5pPr marL="1260000" indent="-252000" algn="l" defTabSz="914400" rtl="0" eaLnBrk="1" latinLnBrk="0" hangingPunct="1">
              <a:lnSpc>
                <a:spcPct val="120000"/>
              </a:lnSpc>
              <a:spcBef>
                <a:spcPts val="0"/>
              </a:spcBef>
              <a:buClrTx/>
              <a:buSzPct val="90000"/>
              <a:buFont typeface="Arial" panose="020B0604020202020204" pitchFamily="34" charset="0"/>
              <a:buChar char="○"/>
              <a:defRPr sz="1800" b="0" kern="1200">
                <a:solidFill>
                  <a:schemeClr val="tx1"/>
                </a:solidFill>
                <a:latin typeface="+mn-lt"/>
                <a:ea typeface="+mn-ea"/>
                <a:cs typeface="+mn-cs"/>
              </a:defRPr>
            </a:lvl5pPr>
            <a:lvl6pPr marL="1512000" indent="-25200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mn-lt"/>
                <a:ea typeface="+mn-ea"/>
                <a:cs typeface="+mn-cs"/>
              </a:defRPr>
            </a:lvl6pPr>
            <a:lvl7pPr marL="0" indent="0" algn="l" defTabSz="914400" rtl="0" eaLnBrk="1" latinLnBrk="0" hangingPunct="1">
              <a:lnSpc>
                <a:spcPct val="120000"/>
              </a:lnSpc>
              <a:spcBef>
                <a:spcPts val="0"/>
              </a:spcBef>
              <a:buClr>
                <a:schemeClr val="bg1"/>
              </a:buClr>
              <a:buSzPct val="25000"/>
              <a:buFont typeface="Arial" panose="020B0604020202020204" pitchFamily="34" charset="0"/>
              <a:buChar char="'"/>
              <a:defRPr sz="2400" kern="1200">
                <a:solidFill>
                  <a:schemeClr val="tx1"/>
                </a:solidFill>
                <a:latin typeface="+mn-lt"/>
                <a:ea typeface="+mn-ea"/>
                <a:cs typeface="+mn-cs"/>
              </a:defRPr>
            </a:lvl7pPr>
            <a:lvl8pPr marL="0" indent="0" algn="l" defTabSz="914400" rtl="0" eaLnBrk="1" latinLnBrk="0" hangingPunct="1">
              <a:lnSpc>
                <a:spcPct val="120000"/>
              </a:lnSpc>
              <a:spcBef>
                <a:spcPts val="0"/>
              </a:spcBef>
              <a:buClr>
                <a:schemeClr val="bg1"/>
              </a:buClr>
              <a:buSzPct val="25000"/>
              <a:buFont typeface="Arial" panose="020B0604020202020204" pitchFamily="34" charset="0"/>
              <a:buChar char="'"/>
              <a:defRPr sz="2400" b="1" kern="1200">
                <a:solidFill>
                  <a:schemeClr val="tx1"/>
                </a:solidFill>
                <a:latin typeface="+mn-lt"/>
                <a:ea typeface="+mn-ea"/>
                <a:cs typeface="+mn-cs"/>
              </a:defRPr>
            </a:lvl8pPr>
            <a:lvl9pPr marL="360000" indent="-360000" algn="l" defTabSz="914400" rtl="0" eaLnBrk="1" latinLnBrk="0" hangingPunct="1">
              <a:lnSpc>
                <a:spcPct val="120000"/>
              </a:lnSpc>
              <a:spcBef>
                <a:spcPts val="0"/>
              </a:spcBef>
              <a:buFont typeface="+mj-lt"/>
              <a:buAutoNum type="arabicPeriod"/>
              <a:defRPr sz="2400" kern="1200">
                <a:solidFill>
                  <a:schemeClr val="tx1"/>
                </a:solidFill>
                <a:latin typeface="+mn-lt"/>
                <a:ea typeface="+mn-ea"/>
                <a:cs typeface="+mn-cs"/>
              </a:defRPr>
            </a:lvl9pPr>
          </a:lstStyle>
          <a:p>
            <a:r>
              <a:rPr lang="en-US" sz="4000" dirty="0"/>
              <a:t>🥁 🎸 🎹</a:t>
            </a:r>
          </a:p>
          <a:p>
            <a:r>
              <a:rPr lang="en-US" sz="4000" dirty="0"/>
              <a:t>🎲 🐉</a:t>
            </a:r>
          </a:p>
          <a:p>
            <a:endParaRPr lang="en-US" dirty="0"/>
          </a:p>
        </p:txBody>
      </p:sp>
    </p:spTree>
    <p:extLst>
      <p:ext uri="{BB962C8B-B14F-4D97-AF65-F5344CB8AC3E}">
        <p14:creationId xmlns:p14="http://schemas.microsoft.com/office/powerpoint/2010/main" val="3968741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EB514-485A-4B6B-0602-F823CA55E498}"/>
              </a:ext>
            </a:extLst>
          </p:cNvPr>
          <p:cNvSpPr>
            <a:spLocks noGrp="1"/>
          </p:cNvSpPr>
          <p:nvPr>
            <p:ph type="title"/>
          </p:nvPr>
        </p:nvSpPr>
        <p:spPr/>
        <p:txBody>
          <a:bodyPr/>
          <a:lstStyle/>
          <a:p>
            <a:r>
              <a:rPr lang="en-US" dirty="0"/>
              <a:t>What is multi tenancy?</a:t>
            </a:r>
          </a:p>
        </p:txBody>
      </p:sp>
      <p:sp>
        <p:nvSpPr>
          <p:cNvPr id="3" name="Text Placeholder 2">
            <a:extLst>
              <a:ext uri="{FF2B5EF4-FFF2-40B4-BE49-F238E27FC236}">
                <a16:creationId xmlns:a16="http://schemas.microsoft.com/office/drawing/2014/main" id="{9B23962C-4518-A288-73C7-FFAE15DBBC5A}"/>
              </a:ext>
            </a:extLst>
          </p:cNvPr>
          <p:cNvSpPr>
            <a:spLocks noGrp="1"/>
          </p:cNvSpPr>
          <p:nvPr>
            <p:ph type="body" idx="1"/>
          </p:nvPr>
        </p:nvSpPr>
        <p:spPr/>
        <p:txBody>
          <a:bodyPr/>
          <a:lstStyle/>
          <a:p>
            <a:r>
              <a:rPr lang="en-US" dirty="0"/>
              <a:t> </a:t>
            </a:r>
          </a:p>
        </p:txBody>
      </p:sp>
    </p:spTree>
    <p:extLst>
      <p:ext uri="{BB962C8B-B14F-4D97-AF65-F5344CB8AC3E}">
        <p14:creationId xmlns:p14="http://schemas.microsoft.com/office/powerpoint/2010/main" val="627046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A1A429-0AFF-E539-08DB-A299AF12308E}"/>
              </a:ext>
            </a:extLst>
          </p:cNvPr>
          <p:cNvSpPr>
            <a:spLocks noGrp="1"/>
          </p:cNvSpPr>
          <p:nvPr>
            <p:ph idx="1"/>
          </p:nvPr>
        </p:nvSpPr>
        <p:spPr/>
        <p:txBody>
          <a:bodyPr/>
          <a:lstStyle/>
          <a:p>
            <a:r>
              <a:rPr lang="en-US" dirty="0"/>
              <a:t>Running your software for multiple clients (aka tenants) at once</a:t>
            </a:r>
          </a:p>
        </p:txBody>
      </p:sp>
      <p:sp>
        <p:nvSpPr>
          <p:cNvPr id="3" name="Title 2">
            <a:extLst>
              <a:ext uri="{FF2B5EF4-FFF2-40B4-BE49-F238E27FC236}">
                <a16:creationId xmlns:a16="http://schemas.microsoft.com/office/drawing/2014/main" id="{CA5CB007-4452-3B86-2367-9524CB3DA6F5}"/>
              </a:ext>
            </a:extLst>
          </p:cNvPr>
          <p:cNvSpPr>
            <a:spLocks noGrp="1"/>
          </p:cNvSpPr>
          <p:nvPr>
            <p:ph type="title"/>
          </p:nvPr>
        </p:nvSpPr>
        <p:spPr/>
        <p:txBody>
          <a:bodyPr/>
          <a:lstStyle/>
          <a:p>
            <a:r>
              <a:rPr lang="en-US" dirty="0"/>
              <a:t>What is it?</a:t>
            </a:r>
          </a:p>
        </p:txBody>
      </p:sp>
    </p:spTree>
    <p:extLst>
      <p:ext uri="{BB962C8B-B14F-4D97-AF65-F5344CB8AC3E}">
        <p14:creationId xmlns:p14="http://schemas.microsoft.com/office/powerpoint/2010/main" val="227854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Content Placeholder 1">
            <a:extLst>
              <a:ext uri="{FF2B5EF4-FFF2-40B4-BE49-F238E27FC236}">
                <a16:creationId xmlns:a16="http://schemas.microsoft.com/office/drawing/2014/main" id="{89733A27-C460-20B5-8E63-CB678F2A7502}"/>
              </a:ext>
            </a:extLst>
          </p:cNvPr>
          <p:cNvSpPr>
            <a:spLocks noGrp="1"/>
          </p:cNvSpPr>
          <p:nvPr>
            <p:ph sz="half" idx="1"/>
          </p:nvPr>
        </p:nvSpPr>
        <p:spPr>
          <a:xfrm>
            <a:off x="1296000" y="2016000"/>
            <a:ext cx="9164182" cy="4140000"/>
          </a:xfrm>
        </p:spPr>
        <p:txBody>
          <a:bodyPr/>
          <a:lstStyle/>
          <a:p>
            <a:r>
              <a:rPr lang="en-US" dirty="0"/>
              <a:t>What do you think is possible?</a:t>
            </a:r>
          </a:p>
        </p:txBody>
      </p:sp>
      <p:sp>
        <p:nvSpPr>
          <p:cNvPr id="3" name="Title 2">
            <a:extLst>
              <a:ext uri="{FF2B5EF4-FFF2-40B4-BE49-F238E27FC236}">
                <a16:creationId xmlns:a16="http://schemas.microsoft.com/office/drawing/2014/main" id="{CA5CB007-4452-3B86-2367-9524CB3DA6F5}"/>
              </a:ext>
            </a:extLst>
          </p:cNvPr>
          <p:cNvSpPr>
            <a:spLocks noGrp="1"/>
          </p:cNvSpPr>
          <p:nvPr>
            <p:ph type="title"/>
          </p:nvPr>
        </p:nvSpPr>
        <p:spPr>
          <a:xfrm>
            <a:off x="1296000" y="720000"/>
            <a:ext cx="9864000" cy="1296000"/>
          </a:xfrm>
        </p:spPr>
        <p:txBody>
          <a:bodyPr anchor="t">
            <a:normAutofit/>
          </a:bodyPr>
          <a:lstStyle/>
          <a:p>
            <a:r>
              <a:rPr lang="en-US" dirty="0"/>
              <a:t>Not all Multi-tenancy is equal</a:t>
            </a:r>
          </a:p>
        </p:txBody>
      </p:sp>
    </p:spTree>
    <p:extLst>
      <p:ext uri="{BB962C8B-B14F-4D97-AF65-F5344CB8AC3E}">
        <p14:creationId xmlns:p14="http://schemas.microsoft.com/office/powerpoint/2010/main" val="2416328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n educational infographic-style illustration representing different types of multi-tenancy in software architecture. The image is divided into three sections, each labeled and illustrated: 1) 'Database-per-tenant' showing multiple separate databases connected to a central application, 2) 'Shared database, separate schema' showing one database with multiple distinct schemas for each tenant, and 3) 'Shared database, shared schema' showing one database and schema with rows labeled by tenant ID. The illustration includes cloud icons, server icons, and labeled arrows to indicate data flow. Modern flat design, clean and easy to understand.">
            <a:extLst>
              <a:ext uri="{FF2B5EF4-FFF2-40B4-BE49-F238E27FC236}">
                <a16:creationId xmlns:a16="http://schemas.microsoft.com/office/drawing/2014/main" id="{AA4FB256-2999-02C8-03AE-C83674486420}"/>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2667736" y="0"/>
            <a:ext cx="6856527" cy="6856527"/>
          </a:xfrm>
          <a:prstGeom prst="rect">
            <a:avLst/>
          </a:prstGeom>
          <a:solidFill>
            <a:srgbClr val="FFFFFF"/>
          </a:solidFill>
        </p:spPr>
      </p:pic>
    </p:spTree>
    <p:extLst>
      <p:ext uri="{BB962C8B-B14F-4D97-AF65-F5344CB8AC3E}">
        <p14:creationId xmlns:p14="http://schemas.microsoft.com/office/powerpoint/2010/main" val="4052027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FBA2BC-B26D-D3D0-05A9-473D7EE16006}"/>
              </a:ext>
            </a:extLst>
          </p:cNvPr>
          <p:cNvSpPr>
            <a:spLocks noGrp="1"/>
          </p:cNvSpPr>
          <p:nvPr>
            <p:ph sz="half" idx="1"/>
          </p:nvPr>
        </p:nvSpPr>
        <p:spPr/>
        <p:txBody>
          <a:bodyPr/>
          <a:lstStyle/>
          <a:p>
            <a:endParaRPr lang="en-US"/>
          </a:p>
        </p:txBody>
      </p:sp>
      <p:sp>
        <p:nvSpPr>
          <p:cNvPr id="3" name="Content Placeholder 2">
            <a:extLst>
              <a:ext uri="{FF2B5EF4-FFF2-40B4-BE49-F238E27FC236}">
                <a16:creationId xmlns:a16="http://schemas.microsoft.com/office/drawing/2014/main" id="{FEAD0B4F-1787-F715-51C2-451C6FC368CD}"/>
              </a:ext>
            </a:extLst>
          </p:cNvPr>
          <p:cNvSpPr>
            <a:spLocks noGrp="1"/>
          </p:cNvSpPr>
          <p:nvPr>
            <p:ph sz="half" idx="2"/>
          </p:nvPr>
        </p:nvSpPr>
        <p:spPr/>
        <p:txBody>
          <a:bodyPr/>
          <a:lstStyle/>
          <a:p>
            <a:endParaRPr lang="en-US"/>
          </a:p>
        </p:txBody>
      </p:sp>
      <p:sp>
        <p:nvSpPr>
          <p:cNvPr id="4" name="Title 3">
            <a:extLst>
              <a:ext uri="{FF2B5EF4-FFF2-40B4-BE49-F238E27FC236}">
                <a16:creationId xmlns:a16="http://schemas.microsoft.com/office/drawing/2014/main" id="{A09CD3A3-F333-7D32-10F2-0CEB17575384}"/>
              </a:ext>
            </a:extLst>
          </p:cNvPr>
          <p:cNvSpPr>
            <a:spLocks noGrp="1"/>
          </p:cNvSpPr>
          <p:nvPr>
            <p:ph type="title"/>
          </p:nvPr>
        </p:nvSpPr>
        <p:spPr/>
        <p:txBody>
          <a:bodyPr/>
          <a:lstStyle/>
          <a:p>
            <a:endParaRPr lang="en-US"/>
          </a:p>
        </p:txBody>
      </p:sp>
      <p:pic>
        <p:nvPicPr>
          <p:cNvPr id="5" name="Picture 6">
            <a:extLst>
              <a:ext uri="{FF2B5EF4-FFF2-40B4-BE49-F238E27FC236}">
                <a16:creationId xmlns:a16="http://schemas.microsoft.com/office/drawing/2014/main" id="{3DAED1B0-E49A-6BE6-C785-54A45AFFE8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5493" r="-3" b="-3"/>
          <a:stretch/>
        </p:blipFill>
        <p:spPr bwMode="auto">
          <a:xfrm>
            <a:off x="1780161" y="-6526"/>
            <a:ext cx="7684851" cy="6695135"/>
          </a:xfrm>
          <a:prstGeom prst="rect">
            <a:avLst/>
          </a:prstGeom>
          <a:solidFill>
            <a:srgbClr val="FFFFFF"/>
          </a:solidFill>
        </p:spPr>
      </p:pic>
    </p:spTree>
    <p:extLst>
      <p:ext uri="{BB962C8B-B14F-4D97-AF65-F5344CB8AC3E}">
        <p14:creationId xmlns:p14="http://schemas.microsoft.com/office/powerpoint/2010/main" val="2417402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a:extLst>
              <a:ext uri="{FF2B5EF4-FFF2-40B4-BE49-F238E27FC236}">
                <a16:creationId xmlns:a16="http://schemas.microsoft.com/office/drawing/2014/main" id="{789E5DFB-6541-2A3F-657F-7601B01299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5493" r="-3" b="-3"/>
          <a:stretch/>
        </p:blipFill>
        <p:spPr bwMode="auto">
          <a:xfrm>
            <a:off x="6408000" y="2016000"/>
            <a:ext cx="4752000" cy="4140000"/>
          </a:xfrm>
          <a:prstGeom prst="rect">
            <a:avLst/>
          </a:prstGeom>
          <a:solidFill>
            <a:srgbClr val="FFFFFF"/>
          </a:solidFill>
        </p:spPr>
      </p:pic>
      <p:sp>
        <p:nvSpPr>
          <p:cNvPr id="2059" name="Text Placeholder 2">
            <a:extLst>
              <a:ext uri="{FF2B5EF4-FFF2-40B4-BE49-F238E27FC236}">
                <a16:creationId xmlns:a16="http://schemas.microsoft.com/office/drawing/2014/main" id="{DB9F17BC-65A6-86AA-68C9-4862629243BA}"/>
              </a:ext>
            </a:extLst>
          </p:cNvPr>
          <p:cNvSpPr>
            <a:spLocks noGrp="1"/>
          </p:cNvSpPr>
          <p:nvPr>
            <p:ph type="body" sz="quarter" idx="11"/>
          </p:nvPr>
        </p:nvSpPr>
        <p:spPr>
          <a:xfrm>
            <a:off x="858983" y="2016000"/>
            <a:ext cx="5619638" cy="4140000"/>
          </a:xfrm>
        </p:spPr>
        <p:txBody>
          <a:bodyPr/>
          <a:lstStyle/>
          <a:p>
            <a:r>
              <a:rPr lang="en-US" dirty="0"/>
              <a:t>✅ App has no knowledge of tenants</a:t>
            </a:r>
          </a:p>
          <a:p>
            <a:r>
              <a:rPr lang="en-US" dirty="0"/>
              <a:t>✅ Data is perfectly separated</a:t>
            </a:r>
          </a:p>
          <a:p>
            <a:endParaRPr lang="en-US" dirty="0"/>
          </a:p>
          <a:p>
            <a:r>
              <a:rPr lang="en-US" dirty="0"/>
              <a:t>❌ Cross-cutting concerns are harder</a:t>
            </a:r>
          </a:p>
          <a:p>
            <a:r>
              <a:rPr lang="en-US" dirty="0"/>
              <a:t>❌ High cost of operation</a:t>
            </a:r>
          </a:p>
          <a:p>
            <a:r>
              <a:rPr lang="en-US" dirty="0"/>
              <a:t>❌ Cross tenant reporting</a:t>
            </a:r>
          </a:p>
          <a:p>
            <a:pPr marL="0" indent="0">
              <a:buNone/>
            </a:pPr>
            <a:endParaRPr lang="en-US" dirty="0"/>
          </a:p>
          <a:p>
            <a:pPr marL="0" indent="0">
              <a:buNone/>
            </a:pPr>
            <a:r>
              <a:rPr lang="en-US" dirty="0"/>
              <a:t> </a:t>
            </a:r>
          </a:p>
        </p:txBody>
      </p:sp>
      <p:sp>
        <p:nvSpPr>
          <p:cNvPr id="3" name="Title 2">
            <a:extLst>
              <a:ext uri="{FF2B5EF4-FFF2-40B4-BE49-F238E27FC236}">
                <a16:creationId xmlns:a16="http://schemas.microsoft.com/office/drawing/2014/main" id="{CA5CB007-4452-3B86-2367-9524CB3DA6F5}"/>
              </a:ext>
            </a:extLst>
          </p:cNvPr>
          <p:cNvSpPr>
            <a:spLocks noGrp="1"/>
          </p:cNvSpPr>
          <p:nvPr>
            <p:ph type="title"/>
          </p:nvPr>
        </p:nvSpPr>
        <p:spPr>
          <a:xfrm>
            <a:off x="1296000" y="720000"/>
            <a:ext cx="9864000" cy="1296000"/>
          </a:xfrm>
        </p:spPr>
        <p:txBody>
          <a:bodyPr anchor="t">
            <a:normAutofit/>
          </a:bodyPr>
          <a:lstStyle/>
          <a:p>
            <a:r>
              <a:rPr lang="en-US" dirty="0"/>
              <a:t>Multi-tenancy by infrastructure </a:t>
            </a:r>
          </a:p>
        </p:txBody>
      </p:sp>
    </p:spTree>
    <p:extLst>
      <p:ext uri="{BB962C8B-B14F-4D97-AF65-F5344CB8AC3E}">
        <p14:creationId xmlns:p14="http://schemas.microsoft.com/office/powerpoint/2010/main" val="2383545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8">
            <a:extLst>
              <a:ext uri="{FF2B5EF4-FFF2-40B4-BE49-F238E27FC236}">
                <a16:creationId xmlns:a16="http://schemas.microsoft.com/office/drawing/2014/main" id="{22615D0A-5381-1FCC-A62F-DCEF782A95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4528" y="367508"/>
            <a:ext cx="5053711" cy="5597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1641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9" name="Text Placeholder 2">
            <a:extLst>
              <a:ext uri="{FF2B5EF4-FFF2-40B4-BE49-F238E27FC236}">
                <a16:creationId xmlns:a16="http://schemas.microsoft.com/office/drawing/2014/main" id="{DB9F17BC-65A6-86AA-68C9-4862629243BA}"/>
              </a:ext>
            </a:extLst>
          </p:cNvPr>
          <p:cNvSpPr>
            <a:spLocks noGrp="1"/>
          </p:cNvSpPr>
          <p:nvPr>
            <p:ph type="body" sz="quarter" idx="11"/>
          </p:nvPr>
        </p:nvSpPr>
        <p:spPr>
          <a:xfrm>
            <a:off x="858983" y="2016000"/>
            <a:ext cx="5619638" cy="4140000"/>
          </a:xfrm>
        </p:spPr>
        <p:txBody>
          <a:bodyPr>
            <a:normAutofit/>
          </a:bodyPr>
          <a:lstStyle/>
          <a:p>
            <a:r>
              <a:rPr lang="en-US" dirty="0"/>
              <a:t>✅ Data is perfectly separated</a:t>
            </a:r>
          </a:p>
          <a:p>
            <a:endParaRPr lang="en-US" dirty="0"/>
          </a:p>
          <a:p>
            <a:r>
              <a:rPr lang="en-US" dirty="0"/>
              <a:t>💭 App needs config per tenant</a:t>
            </a:r>
          </a:p>
          <a:p>
            <a:endParaRPr lang="en-US" dirty="0"/>
          </a:p>
          <a:p>
            <a:r>
              <a:rPr lang="en-US" dirty="0"/>
              <a:t>❌ (still) high cost of operation</a:t>
            </a:r>
          </a:p>
          <a:p>
            <a:r>
              <a:rPr lang="en-US" dirty="0"/>
              <a:t>❌ Data consistency between tenants</a:t>
            </a:r>
          </a:p>
          <a:p>
            <a:r>
              <a:rPr lang="en-US" dirty="0"/>
              <a:t>❌ Cross tenant reporting</a:t>
            </a:r>
          </a:p>
          <a:p>
            <a:pPr marL="0" indent="0">
              <a:buNone/>
            </a:pPr>
            <a:endParaRPr lang="en-US" dirty="0"/>
          </a:p>
          <a:p>
            <a:pPr marL="0" indent="0">
              <a:buNone/>
            </a:pPr>
            <a:r>
              <a:rPr lang="en-US" dirty="0"/>
              <a:t> </a:t>
            </a:r>
          </a:p>
        </p:txBody>
      </p:sp>
      <p:sp>
        <p:nvSpPr>
          <p:cNvPr id="3" name="Title 2">
            <a:extLst>
              <a:ext uri="{FF2B5EF4-FFF2-40B4-BE49-F238E27FC236}">
                <a16:creationId xmlns:a16="http://schemas.microsoft.com/office/drawing/2014/main" id="{CA5CB007-4452-3B86-2367-9524CB3DA6F5}"/>
              </a:ext>
            </a:extLst>
          </p:cNvPr>
          <p:cNvSpPr>
            <a:spLocks noGrp="1"/>
          </p:cNvSpPr>
          <p:nvPr>
            <p:ph type="title"/>
          </p:nvPr>
        </p:nvSpPr>
        <p:spPr>
          <a:xfrm>
            <a:off x="1296000" y="720000"/>
            <a:ext cx="9864000" cy="1296000"/>
          </a:xfrm>
        </p:spPr>
        <p:txBody>
          <a:bodyPr anchor="t">
            <a:normAutofit/>
          </a:bodyPr>
          <a:lstStyle/>
          <a:p>
            <a:r>
              <a:rPr lang="en-US" dirty="0"/>
              <a:t>Database per tenant</a:t>
            </a:r>
          </a:p>
        </p:txBody>
      </p:sp>
      <p:pic>
        <p:nvPicPr>
          <p:cNvPr id="2056" name="Picture 8">
            <a:extLst>
              <a:ext uri="{FF2B5EF4-FFF2-40B4-BE49-F238E27FC236}">
                <a16:creationId xmlns:a16="http://schemas.microsoft.com/office/drawing/2014/main" id="{8ED2F5B6-EEF7-6200-7FF1-865EE2A8A5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6750" y="1368000"/>
            <a:ext cx="3755159" cy="4159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9198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3EECD591-2E27-9621-0DC3-DF5B5B4A4D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8810" y="-1107"/>
            <a:ext cx="3647872" cy="6653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6135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9" name="Text Placeholder 2">
            <a:extLst>
              <a:ext uri="{FF2B5EF4-FFF2-40B4-BE49-F238E27FC236}">
                <a16:creationId xmlns:a16="http://schemas.microsoft.com/office/drawing/2014/main" id="{DB9F17BC-65A6-86AA-68C9-4862629243BA}"/>
              </a:ext>
            </a:extLst>
          </p:cNvPr>
          <p:cNvSpPr>
            <a:spLocks noGrp="1"/>
          </p:cNvSpPr>
          <p:nvPr>
            <p:ph type="body" sz="quarter" idx="11"/>
          </p:nvPr>
        </p:nvSpPr>
        <p:spPr>
          <a:xfrm>
            <a:off x="858983" y="2016000"/>
            <a:ext cx="5619638" cy="4140000"/>
          </a:xfrm>
        </p:spPr>
        <p:txBody>
          <a:bodyPr>
            <a:normAutofit/>
          </a:bodyPr>
          <a:lstStyle/>
          <a:p>
            <a:r>
              <a:rPr lang="en-US" dirty="0"/>
              <a:t>✅ Data is mostly separate</a:t>
            </a:r>
          </a:p>
          <a:p>
            <a:r>
              <a:rPr lang="en-US" dirty="0"/>
              <a:t>✅ Lower operation cost</a:t>
            </a:r>
          </a:p>
          <a:p>
            <a:r>
              <a:rPr lang="en-US" dirty="0"/>
              <a:t>✅ Cross-tenant reporting is possible</a:t>
            </a:r>
          </a:p>
          <a:p>
            <a:endParaRPr lang="en-US" dirty="0"/>
          </a:p>
          <a:p>
            <a:r>
              <a:rPr lang="en-US" dirty="0"/>
              <a:t>💭 App needs config per tenant</a:t>
            </a:r>
          </a:p>
          <a:p>
            <a:endParaRPr lang="en-US" dirty="0"/>
          </a:p>
          <a:p>
            <a:r>
              <a:rPr lang="en-US" dirty="0"/>
              <a:t>❌ Noisy neighbors</a:t>
            </a:r>
          </a:p>
          <a:p>
            <a:pPr marL="0" indent="0">
              <a:buNone/>
            </a:pPr>
            <a:r>
              <a:rPr lang="en-US" dirty="0"/>
              <a:t> </a:t>
            </a:r>
          </a:p>
        </p:txBody>
      </p:sp>
      <p:sp>
        <p:nvSpPr>
          <p:cNvPr id="3" name="Title 2">
            <a:extLst>
              <a:ext uri="{FF2B5EF4-FFF2-40B4-BE49-F238E27FC236}">
                <a16:creationId xmlns:a16="http://schemas.microsoft.com/office/drawing/2014/main" id="{CA5CB007-4452-3B86-2367-9524CB3DA6F5}"/>
              </a:ext>
            </a:extLst>
          </p:cNvPr>
          <p:cNvSpPr>
            <a:spLocks noGrp="1"/>
          </p:cNvSpPr>
          <p:nvPr>
            <p:ph type="title"/>
          </p:nvPr>
        </p:nvSpPr>
        <p:spPr>
          <a:xfrm>
            <a:off x="1296000" y="720000"/>
            <a:ext cx="9864000" cy="1296000"/>
          </a:xfrm>
        </p:spPr>
        <p:txBody>
          <a:bodyPr anchor="t">
            <a:normAutofit/>
          </a:bodyPr>
          <a:lstStyle/>
          <a:p>
            <a:r>
              <a:rPr lang="en-US" dirty="0"/>
              <a:t>Schema per tenant</a:t>
            </a:r>
          </a:p>
        </p:txBody>
      </p:sp>
      <p:pic>
        <p:nvPicPr>
          <p:cNvPr id="5122" name="Picture 2">
            <a:extLst>
              <a:ext uri="{FF2B5EF4-FFF2-40B4-BE49-F238E27FC236}">
                <a16:creationId xmlns:a16="http://schemas.microsoft.com/office/drawing/2014/main" id="{05EE62F6-08C1-5AE1-6499-A8EF0B0E20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7854" y="768961"/>
            <a:ext cx="2730763" cy="4980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7875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750B8F6E-25B2-8C08-7DFE-D3DDA57D64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6225" y="0"/>
            <a:ext cx="4659549" cy="69240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9128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9" name="Text Placeholder 2">
            <a:extLst>
              <a:ext uri="{FF2B5EF4-FFF2-40B4-BE49-F238E27FC236}">
                <a16:creationId xmlns:a16="http://schemas.microsoft.com/office/drawing/2014/main" id="{DB9F17BC-65A6-86AA-68C9-4862629243BA}"/>
              </a:ext>
            </a:extLst>
          </p:cNvPr>
          <p:cNvSpPr>
            <a:spLocks noGrp="1"/>
          </p:cNvSpPr>
          <p:nvPr>
            <p:ph type="body" sz="quarter" idx="11"/>
          </p:nvPr>
        </p:nvSpPr>
        <p:spPr>
          <a:xfrm>
            <a:off x="858983" y="2016000"/>
            <a:ext cx="5619638" cy="4140000"/>
          </a:xfrm>
        </p:spPr>
        <p:txBody>
          <a:bodyPr>
            <a:normAutofit fontScale="92500" lnSpcReduction="10000"/>
          </a:bodyPr>
          <a:lstStyle/>
          <a:p>
            <a:r>
              <a:rPr lang="en-US" dirty="0"/>
              <a:t>✅ Lower operation cost</a:t>
            </a:r>
          </a:p>
          <a:p>
            <a:r>
              <a:rPr lang="en-US" dirty="0"/>
              <a:t>✅ Cross-tenant reporting is possible</a:t>
            </a:r>
          </a:p>
          <a:p>
            <a:r>
              <a:rPr lang="en-US" dirty="0"/>
              <a:t>✅ Easy to set up</a:t>
            </a:r>
          </a:p>
          <a:p>
            <a:r>
              <a:rPr lang="en-US" dirty="0"/>
              <a:t>✅ Easy to understand</a:t>
            </a:r>
          </a:p>
          <a:p>
            <a:endParaRPr lang="en-US" dirty="0"/>
          </a:p>
          <a:p>
            <a:r>
              <a:rPr lang="en-US" dirty="0"/>
              <a:t>💭 App needs config per tenant</a:t>
            </a:r>
          </a:p>
          <a:p>
            <a:endParaRPr lang="en-US" dirty="0"/>
          </a:p>
          <a:p>
            <a:r>
              <a:rPr lang="en-US" dirty="0"/>
              <a:t>❌ Noisy neighbors</a:t>
            </a:r>
          </a:p>
          <a:p>
            <a:r>
              <a:rPr lang="en-US" dirty="0"/>
              <a:t>⚠️ Risk leaky tenant data</a:t>
            </a:r>
          </a:p>
          <a:p>
            <a:pPr marL="0" indent="0">
              <a:buNone/>
            </a:pPr>
            <a:endParaRPr lang="en-US" dirty="0"/>
          </a:p>
          <a:p>
            <a:pPr marL="0" indent="0">
              <a:buNone/>
            </a:pPr>
            <a:r>
              <a:rPr lang="en-US" dirty="0"/>
              <a:t> </a:t>
            </a:r>
          </a:p>
        </p:txBody>
      </p:sp>
      <p:sp>
        <p:nvSpPr>
          <p:cNvPr id="3" name="Title 2">
            <a:extLst>
              <a:ext uri="{FF2B5EF4-FFF2-40B4-BE49-F238E27FC236}">
                <a16:creationId xmlns:a16="http://schemas.microsoft.com/office/drawing/2014/main" id="{CA5CB007-4452-3B86-2367-9524CB3DA6F5}"/>
              </a:ext>
            </a:extLst>
          </p:cNvPr>
          <p:cNvSpPr>
            <a:spLocks noGrp="1"/>
          </p:cNvSpPr>
          <p:nvPr>
            <p:ph type="title"/>
          </p:nvPr>
        </p:nvSpPr>
        <p:spPr>
          <a:xfrm>
            <a:off x="1296000" y="720000"/>
            <a:ext cx="9864000" cy="1296000"/>
          </a:xfrm>
        </p:spPr>
        <p:txBody>
          <a:bodyPr anchor="t">
            <a:normAutofit/>
          </a:bodyPr>
          <a:lstStyle/>
          <a:p>
            <a:r>
              <a:rPr lang="en-US" dirty="0"/>
              <a:t>Discriminator column</a:t>
            </a:r>
          </a:p>
        </p:txBody>
      </p:sp>
      <p:pic>
        <p:nvPicPr>
          <p:cNvPr id="5124" name="Picture 4">
            <a:extLst>
              <a:ext uri="{FF2B5EF4-FFF2-40B4-BE49-F238E27FC236}">
                <a16:creationId xmlns:a16="http://schemas.microsoft.com/office/drawing/2014/main" id="{7D1F0B45-5BCF-AD63-6EBC-A68E20646D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80433" y="993659"/>
            <a:ext cx="3277754" cy="4870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76651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n educational infographic-style illustration representing different types of multi-tenancy in software architecture. The image is divided into three sections, each labeled and illustrated: 1) 'Database-per-tenant' showing multiple separate databases connected to a central application, 2) 'Shared database, separate schema' showing one database with multiple distinct schemas for each tenant, and 3) 'Shared database, shared schema' showing one database and schema with rows labeled by tenant ID. The illustration includes cloud icons, server icons, and labeled arrows to indicate data flow. Modern flat design, clean and easy to understand.">
            <a:extLst>
              <a:ext uri="{FF2B5EF4-FFF2-40B4-BE49-F238E27FC236}">
                <a16:creationId xmlns:a16="http://schemas.microsoft.com/office/drawing/2014/main" id="{AA4FB256-2999-02C8-03AE-C83674486420}"/>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4100945" y="1433209"/>
            <a:ext cx="5423318" cy="5423318"/>
          </a:xfrm>
          <a:prstGeom prst="rect">
            <a:avLst/>
          </a:prstGeom>
          <a:solidFill>
            <a:srgbClr val="FFFFFF"/>
          </a:solidFill>
        </p:spPr>
      </p:pic>
    </p:spTree>
    <p:extLst>
      <p:ext uri="{BB962C8B-B14F-4D97-AF65-F5344CB8AC3E}">
        <p14:creationId xmlns:p14="http://schemas.microsoft.com/office/powerpoint/2010/main" val="3332659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5DED4E2-B3C6-496D-F470-96C35A16E533}"/>
              </a:ext>
            </a:extLst>
          </p:cNvPr>
          <p:cNvSpPr>
            <a:spLocks noGrp="1"/>
          </p:cNvSpPr>
          <p:nvPr>
            <p:ph type="title"/>
          </p:nvPr>
        </p:nvSpPr>
        <p:spPr/>
        <p:txBody>
          <a:bodyPr/>
          <a:lstStyle/>
          <a:p>
            <a:r>
              <a:rPr lang="en-US" dirty="0"/>
              <a:t>Best one?</a:t>
            </a:r>
          </a:p>
        </p:txBody>
      </p:sp>
      <p:pic>
        <p:nvPicPr>
          <p:cNvPr id="5" name="Picture 2" descr="An educational infographic-style illustration representing different types of multi-tenancy in software architecture. The image is divided into three sections, each labeled and illustrated: 1) 'Database-per-tenant' showing multiple separate databases connected to a central application, 2) 'Shared database, separate schema' showing one database with multiple distinct schemas for each tenant, and 3) 'Shared database, shared schema' showing one database and schema with rows labeled by tenant ID. The illustration includes cloud icons, server icons, and labeled arrows to indicate data flow. Modern flat design, clean and easy to understand.">
            <a:extLst>
              <a:ext uri="{FF2B5EF4-FFF2-40B4-BE49-F238E27FC236}">
                <a16:creationId xmlns:a16="http://schemas.microsoft.com/office/drawing/2014/main" id="{013083BE-1C1F-2176-B63B-4274C7635EC5}"/>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3661641" y="1368000"/>
            <a:ext cx="4868718" cy="4868718"/>
          </a:xfrm>
          <a:prstGeom prst="rect">
            <a:avLst/>
          </a:prstGeom>
          <a:solidFill>
            <a:srgbClr val="FFFFFF"/>
          </a:solidFill>
        </p:spPr>
      </p:pic>
    </p:spTree>
    <p:extLst>
      <p:ext uri="{BB962C8B-B14F-4D97-AF65-F5344CB8AC3E}">
        <p14:creationId xmlns:p14="http://schemas.microsoft.com/office/powerpoint/2010/main" val="4090018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8F188-58EB-5880-9649-3219E7B59B8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C2A1718-35A3-AC27-7C75-CA11321DE0A3}"/>
              </a:ext>
            </a:extLst>
          </p:cNvPr>
          <p:cNvSpPr>
            <a:spLocks noGrp="1"/>
          </p:cNvSpPr>
          <p:nvPr>
            <p:ph type="title"/>
          </p:nvPr>
        </p:nvSpPr>
        <p:spPr/>
        <p:txBody>
          <a:bodyPr/>
          <a:lstStyle/>
          <a:p>
            <a:r>
              <a:rPr lang="en-US" dirty="0"/>
              <a:t>It depends</a:t>
            </a:r>
          </a:p>
        </p:txBody>
      </p:sp>
      <p:sp>
        <p:nvSpPr>
          <p:cNvPr id="3" name="Content Placeholder 2">
            <a:extLst>
              <a:ext uri="{FF2B5EF4-FFF2-40B4-BE49-F238E27FC236}">
                <a16:creationId xmlns:a16="http://schemas.microsoft.com/office/drawing/2014/main" id="{AD24B9F5-609A-1241-5A42-385F8F0A7649}"/>
              </a:ext>
            </a:extLst>
          </p:cNvPr>
          <p:cNvSpPr>
            <a:spLocks noGrp="1"/>
          </p:cNvSpPr>
          <p:nvPr>
            <p:ph sz="half" idx="1"/>
          </p:nvPr>
        </p:nvSpPr>
        <p:spPr>
          <a:xfrm>
            <a:off x="3720000" y="1368000"/>
            <a:ext cx="4752000" cy="4140000"/>
          </a:xfrm>
        </p:spPr>
        <p:txBody>
          <a:bodyPr>
            <a:normAutofit/>
          </a:bodyPr>
          <a:lstStyle/>
          <a:p>
            <a:pPr marL="0" indent="0" algn="ctr">
              <a:buNone/>
            </a:pPr>
            <a:r>
              <a:rPr lang="en-US" sz="16600" dirty="0"/>
              <a:t>🤷</a:t>
            </a:r>
            <a:endParaRPr lang="en-US" sz="4800" dirty="0"/>
          </a:p>
        </p:txBody>
      </p:sp>
    </p:spTree>
    <p:extLst>
      <p:ext uri="{BB962C8B-B14F-4D97-AF65-F5344CB8AC3E}">
        <p14:creationId xmlns:p14="http://schemas.microsoft.com/office/powerpoint/2010/main" val="32229239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EB514-485A-4B6B-0602-F823CA55E498}"/>
              </a:ext>
            </a:extLst>
          </p:cNvPr>
          <p:cNvSpPr>
            <a:spLocks noGrp="1"/>
          </p:cNvSpPr>
          <p:nvPr>
            <p:ph type="title"/>
          </p:nvPr>
        </p:nvSpPr>
        <p:spPr>
          <a:xfrm>
            <a:off x="791999" y="1324801"/>
            <a:ext cx="8594455" cy="2358200"/>
          </a:xfrm>
        </p:spPr>
        <p:txBody>
          <a:bodyPr/>
          <a:lstStyle/>
          <a:p>
            <a:r>
              <a:rPr lang="en-US" dirty="0"/>
              <a:t>Who’s knocking at the door?</a:t>
            </a:r>
          </a:p>
        </p:txBody>
      </p:sp>
      <p:sp>
        <p:nvSpPr>
          <p:cNvPr id="3" name="Text Placeholder 2">
            <a:extLst>
              <a:ext uri="{FF2B5EF4-FFF2-40B4-BE49-F238E27FC236}">
                <a16:creationId xmlns:a16="http://schemas.microsoft.com/office/drawing/2014/main" id="{9B23962C-4518-A288-73C7-FFAE15DBBC5A}"/>
              </a:ext>
            </a:extLst>
          </p:cNvPr>
          <p:cNvSpPr>
            <a:spLocks noGrp="1"/>
          </p:cNvSpPr>
          <p:nvPr>
            <p:ph type="body" idx="1"/>
          </p:nvPr>
        </p:nvSpPr>
        <p:spPr/>
        <p:txBody>
          <a:bodyPr/>
          <a:lstStyle/>
          <a:p>
            <a:r>
              <a:rPr lang="en-US" dirty="0"/>
              <a:t> How do you know which tenant to serve</a:t>
            </a:r>
          </a:p>
        </p:txBody>
      </p:sp>
    </p:spTree>
    <p:extLst>
      <p:ext uri="{BB962C8B-B14F-4D97-AF65-F5344CB8AC3E}">
        <p14:creationId xmlns:p14="http://schemas.microsoft.com/office/powerpoint/2010/main" val="2858939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0B371E-10BD-9912-FDAC-67ED6954B1A3}"/>
              </a:ext>
            </a:extLst>
          </p:cNvPr>
          <p:cNvSpPr>
            <a:spLocks noGrp="1"/>
          </p:cNvSpPr>
          <p:nvPr>
            <p:ph idx="1"/>
          </p:nvPr>
        </p:nvSpPr>
        <p:spPr>
          <a:xfrm>
            <a:off x="1296000" y="2025728"/>
            <a:ext cx="9864000" cy="4140000"/>
          </a:xfrm>
        </p:spPr>
        <p:txBody>
          <a:bodyPr/>
          <a:lstStyle/>
          <a:p>
            <a:endParaRPr lang="en-US" dirty="0"/>
          </a:p>
        </p:txBody>
      </p:sp>
      <p:sp>
        <p:nvSpPr>
          <p:cNvPr id="3" name="Title 2">
            <a:extLst>
              <a:ext uri="{FF2B5EF4-FFF2-40B4-BE49-F238E27FC236}">
                <a16:creationId xmlns:a16="http://schemas.microsoft.com/office/drawing/2014/main" id="{FB6CC136-5752-57ED-AFF9-B3CEC27EC0F9}"/>
              </a:ext>
            </a:extLst>
          </p:cNvPr>
          <p:cNvSpPr>
            <a:spLocks noGrp="1"/>
          </p:cNvSpPr>
          <p:nvPr>
            <p:ph type="title"/>
          </p:nvPr>
        </p:nvSpPr>
        <p:spPr/>
        <p:txBody>
          <a:bodyPr/>
          <a:lstStyle/>
          <a:p>
            <a:r>
              <a:rPr lang="en-US" dirty="0"/>
              <a:t>What in what ways could we detect which tenant is calling ?</a:t>
            </a:r>
          </a:p>
        </p:txBody>
      </p:sp>
    </p:spTree>
    <p:extLst>
      <p:ext uri="{BB962C8B-B14F-4D97-AF65-F5344CB8AC3E}">
        <p14:creationId xmlns:p14="http://schemas.microsoft.com/office/powerpoint/2010/main" val="2752357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0B371E-10BD-9912-FDAC-67ED6954B1A3}"/>
              </a:ext>
            </a:extLst>
          </p:cNvPr>
          <p:cNvSpPr>
            <a:spLocks noGrp="1"/>
          </p:cNvSpPr>
          <p:nvPr>
            <p:ph idx="1"/>
          </p:nvPr>
        </p:nvSpPr>
        <p:spPr/>
        <p:txBody>
          <a:bodyPr/>
          <a:lstStyle/>
          <a:p>
            <a:r>
              <a:rPr lang="en-US" dirty="0"/>
              <a:t>https://</a:t>
            </a:r>
            <a:r>
              <a:rPr lang="en-US" dirty="0" err="1"/>
              <a:t>my-website.com?tenantId</a:t>
            </a:r>
            <a:r>
              <a:rPr lang="en-US" dirty="0"/>
              <a:t>=</a:t>
            </a:r>
            <a:r>
              <a:rPr lang="en-US" dirty="0">
                <a:highlight>
                  <a:srgbClr val="FFFF00"/>
                </a:highlight>
              </a:rPr>
              <a:t>customer1</a:t>
            </a:r>
          </a:p>
        </p:txBody>
      </p:sp>
      <p:sp>
        <p:nvSpPr>
          <p:cNvPr id="3" name="Title 2">
            <a:extLst>
              <a:ext uri="{FF2B5EF4-FFF2-40B4-BE49-F238E27FC236}">
                <a16:creationId xmlns:a16="http://schemas.microsoft.com/office/drawing/2014/main" id="{FB6CC136-5752-57ED-AFF9-B3CEC27EC0F9}"/>
              </a:ext>
            </a:extLst>
          </p:cNvPr>
          <p:cNvSpPr>
            <a:spLocks noGrp="1"/>
          </p:cNvSpPr>
          <p:nvPr>
            <p:ph type="title"/>
          </p:nvPr>
        </p:nvSpPr>
        <p:spPr/>
        <p:txBody>
          <a:bodyPr/>
          <a:lstStyle/>
          <a:p>
            <a:r>
              <a:rPr lang="en-US" dirty="0"/>
              <a:t>Query string</a:t>
            </a:r>
          </a:p>
        </p:txBody>
      </p:sp>
    </p:spTree>
    <p:extLst>
      <p:ext uri="{BB962C8B-B14F-4D97-AF65-F5344CB8AC3E}">
        <p14:creationId xmlns:p14="http://schemas.microsoft.com/office/powerpoint/2010/main" val="3766242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B1BF9-1F9C-361A-5624-2685DDFC404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4869534-5486-DE67-221E-9C8EFCC41BEB}"/>
              </a:ext>
            </a:extLst>
          </p:cNvPr>
          <p:cNvSpPr>
            <a:spLocks noGrp="1"/>
          </p:cNvSpPr>
          <p:nvPr>
            <p:ph type="title"/>
          </p:nvPr>
        </p:nvSpPr>
        <p:spPr/>
        <p:txBody>
          <a:bodyPr/>
          <a:lstStyle/>
          <a:p>
            <a:r>
              <a:rPr lang="en-US" dirty="0"/>
              <a:t>Header</a:t>
            </a:r>
          </a:p>
        </p:txBody>
      </p:sp>
      <p:sp>
        <p:nvSpPr>
          <p:cNvPr id="5" name="TextBox 4">
            <a:extLst>
              <a:ext uri="{FF2B5EF4-FFF2-40B4-BE49-F238E27FC236}">
                <a16:creationId xmlns:a16="http://schemas.microsoft.com/office/drawing/2014/main" id="{FCB4CC44-3C0A-1E51-C2C2-683F77A64BAC}"/>
              </a:ext>
            </a:extLst>
          </p:cNvPr>
          <p:cNvSpPr txBox="1"/>
          <p:nvPr/>
        </p:nvSpPr>
        <p:spPr>
          <a:xfrm>
            <a:off x="1296000" y="2016000"/>
            <a:ext cx="7187044" cy="954107"/>
          </a:xfrm>
          <a:prstGeom prst="rect">
            <a:avLst/>
          </a:prstGeom>
          <a:noFill/>
        </p:spPr>
        <p:txBody>
          <a:bodyPr wrap="square">
            <a:spAutoFit/>
          </a:bodyPr>
          <a:lstStyle/>
          <a:p>
            <a:r>
              <a:rPr lang="en-US" sz="2800" dirty="0">
                <a:solidFill>
                  <a:srgbClr val="0F54D6"/>
                </a:solidFill>
                <a:effectLst/>
              </a:rPr>
              <a:t>GET </a:t>
            </a:r>
            <a:r>
              <a:rPr lang="en-US" sz="2800" dirty="0">
                <a:solidFill>
                  <a:srgbClr val="202020"/>
                </a:solidFill>
                <a:effectLst/>
              </a:rPr>
              <a:t>http://my-</a:t>
            </a:r>
            <a:r>
              <a:rPr lang="en-US" sz="2800" dirty="0" err="1">
                <a:solidFill>
                  <a:srgbClr val="202020"/>
                </a:solidFill>
                <a:effectLst/>
              </a:rPr>
              <a:t>website.com</a:t>
            </a:r>
            <a:r>
              <a:rPr lang="en-US" sz="2800" dirty="0">
                <a:solidFill>
                  <a:srgbClr val="202020"/>
                </a:solidFill>
                <a:effectLst/>
              </a:rPr>
              <a:t>/page</a:t>
            </a:r>
            <a:br>
              <a:rPr lang="en-US" sz="2800" dirty="0">
                <a:solidFill>
                  <a:srgbClr val="202020"/>
                </a:solidFill>
                <a:effectLst/>
              </a:rPr>
            </a:br>
            <a:r>
              <a:rPr lang="en-US" sz="2800" dirty="0">
                <a:solidFill>
                  <a:srgbClr val="248700"/>
                </a:solidFill>
                <a:effectLst/>
              </a:rPr>
              <a:t>x-</a:t>
            </a:r>
            <a:r>
              <a:rPr lang="en-US" sz="2800" dirty="0" err="1">
                <a:solidFill>
                  <a:srgbClr val="248700"/>
                </a:solidFill>
                <a:effectLst/>
              </a:rPr>
              <a:t>TenantId</a:t>
            </a:r>
            <a:r>
              <a:rPr lang="en-US" sz="2800" dirty="0">
                <a:solidFill>
                  <a:srgbClr val="202020"/>
                </a:solidFill>
                <a:effectLst/>
              </a:rPr>
              <a:t>: </a:t>
            </a:r>
            <a:r>
              <a:rPr lang="en-US" sz="2800" dirty="0">
                <a:solidFill>
                  <a:srgbClr val="383838"/>
                </a:solidFill>
                <a:effectLst/>
                <a:highlight>
                  <a:srgbClr val="FFFF00"/>
                </a:highlight>
              </a:rPr>
              <a:t>customer1</a:t>
            </a:r>
            <a:endParaRPr lang="en-US" sz="2800" dirty="0">
              <a:solidFill>
                <a:srgbClr val="202020"/>
              </a:solidFill>
              <a:effectLst/>
              <a:highlight>
                <a:srgbClr val="FFFF00"/>
              </a:highlight>
            </a:endParaRPr>
          </a:p>
        </p:txBody>
      </p:sp>
    </p:spTree>
    <p:extLst>
      <p:ext uri="{BB962C8B-B14F-4D97-AF65-F5344CB8AC3E}">
        <p14:creationId xmlns:p14="http://schemas.microsoft.com/office/powerpoint/2010/main" val="20947678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70954-7DE5-093A-73E7-82470A218E7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9810131-4B6F-269E-A83C-5ED1B2326159}"/>
              </a:ext>
            </a:extLst>
          </p:cNvPr>
          <p:cNvSpPr>
            <a:spLocks noGrp="1"/>
          </p:cNvSpPr>
          <p:nvPr>
            <p:ph type="title"/>
          </p:nvPr>
        </p:nvSpPr>
        <p:spPr/>
        <p:txBody>
          <a:bodyPr/>
          <a:lstStyle/>
          <a:p>
            <a:r>
              <a:rPr lang="en-US" dirty="0"/>
              <a:t>Subdomain</a:t>
            </a:r>
          </a:p>
        </p:txBody>
      </p:sp>
      <p:sp>
        <p:nvSpPr>
          <p:cNvPr id="5" name="TextBox 4">
            <a:extLst>
              <a:ext uri="{FF2B5EF4-FFF2-40B4-BE49-F238E27FC236}">
                <a16:creationId xmlns:a16="http://schemas.microsoft.com/office/drawing/2014/main" id="{97B6E268-26C1-22C2-09EE-B28C2DD9B582}"/>
              </a:ext>
            </a:extLst>
          </p:cNvPr>
          <p:cNvSpPr txBox="1"/>
          <p:nvPr/>
        </p:nvSpPr>
        <p:spPr>
          <a:xfrm>
            <a:off x="1296000" y="2016000"/>
            <a:ext cx="7187044" cy="523220"/>
          </a:xfrm>
          <a:prstGeom prst="rect">
            <a:avLst/>
          </a:prstGeom>
          <a:noFill/>
        </p:spPr>
        <p:txBody>
          <a:bodyPr wrap="square">
            <a:spAutoFit/>
          </a:bodyPr>
          <a:lstStyle/>
          <a:p>
            <a:r>
              <a:rPr lang="en-US" sz="2800" dirty="0">
                <a:solidFill>
                  <a:srgbClr val="202020"/>
                </a:solidFill>
                <a:effectLst/>
              </a:rPr>
              <a:t>http://</a:t>
            </a:r>
            <a:r>
              <a:rPr lang="en-US" sz="2800" dirty="0">
                <a:solidFill>
                  <a:srgbClr val="202020"/>
                </a:solidFill>
                <a:effectLst/>
                <a:highlight>
                  <a:srgbClr val="FFFF00"/>
                </a:highlight>
              </a:rPr>
              <a:t>customer1</a:t>
            </a:r>
            <a:r>
              <a:rPr lang="en-US" sz="2800" dirty="0">
                <a:solidFill>
                  <a:srgbClr val="202020"/>
                </a:solidFill>
                <a:effectLst/>
              </a:rPr>
              <a:t>.my-website.com/page</a:t>
            </a:r>
          </a:p>
        </p:txBody>
      </p:sp>
    </p:spTree>
    <p:extLst>
      <p:ext uri="{BB962C8B-B14F-4D97-AF65-F5344CB8AC3E}">
        <p14:creationId xmlns:p14="http://schemas.microsoft.com/office/powerpoint/2010/main" val="22034963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EB514-485A-4B6B-0602-F823CA55E498}"/>
              </a:ext>
            </a:extLst>
          </p:cNvPr>
          <p:cNvSpPr>
            <a:spLocks noGrp="1"/>
          </p:cNvSpPr>
          <p:nvPr>
            <p:ph type="title"/>
          </p:nvPr>
        </p:nvSpPr>
        <p:spPr>
          <a:xfrm>
            <a:off x="791999" y="1324801"/>
            <a:ext cx="8594455" cy="2358200"/>
          </a:xfrm>
        </p:spPr>
        <p:txBody>
          <a:bodyPr/>
          <a:lstStyle/>
          <a:p>
            <a:r>
              <a:rPr lang="en-US" dirty="0"/>
              <a:t>Enough Talk</a:t>
            </a:r>
            <a:br>
              <a:rPr lang="en-US" dirty="0"/>
            </a:br>
            <a:br>
              <a:rPr lang="en-US" dirty="0"/>
            </a:br>
            <a:r>
              <a:rPr lang="en-US" dirty="0"/>
              <a:t>Show me the code 🧑‍💻</a:t>
            </a:r>
          </a:p>
        </p:txBody>
      </p:sp>
      <p:sp>
        <p:nvSpPr>
          <p:cNvPr id="3" name="Text Placeholder 2">
            <a:extLst>
              <a:ext uri="{FF2B5EF4-FFF2-40B4-BE49-F238E27FC236}">
                <a16:creationId xmlns:a16="http://schemas.microsoft.com/office/drawing/2014/main" id="{9B23962C-4518-A288-73C7-FFAE15DBBC5A}"/>
              </a:ext>
            </a:extLst>
          </p:cNvPr>
          <p:cNvSpPr>
            <a:spLocks noGrp="1"/>
          </p:cNvSpPr>
          <p:nvPr>
            <p:ph type="body" idx="1"/>
          </p:nvPr>
        </p:nvSpPr>
        <p:spPr/>
        <p:txBody>
          <a:bodyPr/>
          <a:lstStyle/>
          <a:p>
            <a:r>
              <a:rPr lang="en-US" dirty="0"/>
              <a:t> What tenant is calling</a:t>
            </a:r>
          </a:p>
        </p:txBody>
      </p:sp>
    </p:spTree>
    <p:extLst>
      <p:ext uri="{BB962C8B-B14F-4D97-AF65-F5344CB8AC3E}">
        <p14:creationId xmlns:p14="http://schemas.microsoft.com/office/powerpoint/2010/main" val="32203723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349559-15EF-F1CF-5C0F-B42D1FEFE614}"/>
              </a:ext>
            </a:extLst>
          </p:cNvPr>
          <p:cNvSpPr>
            <a:spLocks noGrp="1"/>
          </p:cNvSpPr>
          <p:nvPr>
            <p:ph idx="1"/>
          </p:nvPr>
        </p:nvSpPr>
        <p:spPr/>
        <p:txBody>
          <a:bodyPr/>
          <a:lstStyle/>
          <a:p>
            <a:r>
              <a:rPr lang="en-US" dirty="0"/>
              <a:t>Let’s make an application multi-tenant aware!</a:t>
            </a:r>
          </a:p>
        </p:txBody>
      </p:sp>
      <p:sp>
        <p:nvSpPr>
          <p:cNvPr id="3" name="Title 2">
            <a:extLst>
              <a:ext uri="{FF2B5EF4-FFF2-40B4-BE49-F238E27FC236}">
                <a16:creationId xmlns:a16="http://schemas.microsoft.com/office/drawing/2014/main" id="{36CD11ED-2824-F2EE-3E5D-1AF75AFC139C}"/>
              </a:ext>
            </a:extLst>
          </p:cNvPr>
          <p:cNvSpPr>
            <a:spLocks noGrp="1"/>
          </p:cNvSpPr>
          <p:nvPr>
            <p:ph type="title"/>
          </p:nvPr>
        </p:nvSpPr>
        <p:spPr/>
        <p:txBody>
          <a:bodyPr/>
          <a:lstStyle/>
          <a:p>
            <a:r>
              <a:rPr lang="en-US" dirty="0"/>
              <a:t>Demo time!</a:t>
            </a:r>
          </a:p>
        </p:txBody>
      </p:sp>
    </p:spTree>
    <p:extLst>
      <p:ext uri="{BB962C8B-B14F-4D97-AF65-F5344CB8AC3E}">
        <p14:creationId xmlns:p14="http://schemas.microsoft.com/office/powerpoint/2010/main" val="34035806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75379C0-E436-06A3-BC59-F038FD68FB3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91F3F9-B3FB-345C-1F49-0356E831B654}"/>
              </a:ext>
            </a:extLst>
          </p:cNvPr>
          <p:cNvSpPr>
            <a:spLocks noGrp="1"/>
          </p:cNvSpPr>
          <p:nvPr>
            <p:ph idx="1"/>
          </p:nvPr>
        </p:nvSpPr>
        <p:spPr/>
        <p:txBody>
          <a:bodyPr>
            <a:normAutofit fontScale="85000" lnSpcReduction="20000"/>
          </a:bodyPr>
          <a:lstStyle/>
          <a:p>
            <a:r>
              <a:rPr lang="en-US" dirty="0"/>
              <a:t>Detect a tenant</a:t>
            </a:r>
          </a:p>
          <a:p>
            <a:pPr lvl="1"/>
            <a:r>
              <a:rPr lang="en-US" dirty="0"/>
              <a:t>Middleware</a:t>
            </a:r>
          </a:p>
          <a:p>
            <a:pPr lvl="1"/>
            <a:r>
              <a:rPr lang="en-US" dirty="0"/>
              <a:t>Subdomain</a:t>
            </a:r>
          </a:p>
          <a:p>
            <a:pPr lvl="1"/>
            <a:r>
              <a:rPr lang="en-US" dirty="0" err="1"/>
              <a:t>TenantContext</a:t>
            </a:r>
            <a:r>
              <a:rPr lang="en-US" dirty="0"/>
              <a:t> + Accessor</a:t>
            </a:r>
          </a:p>
          <a:p>
            <a:r>
              <a:rPr lang="en-US" dirty="0"/>
              <a:t>Reflect a tenant</a:t>
            </a:r>
          </a:p>
          <a:p>
            <a:pPr lvl="1"/>
            <a:r>
              <a:rPr lang="en-US" dirty="0"/>
              <a:t>Knowing available tenants -&gt; </a:t>
            </a:r>
          </a:p>
          <a:p>
            <a:pPr lvl="1"/>
            <a:r>
              <a:rPr lang="en-US" dirty="0" err="1"/>
              <a:t>TenantConfig</a:t>
            </a:r>
            <a:r>
              <a:rPr lang="en-US" dirty="0"/>
              <a:t> extending with custom info</a:t>
            </a:r>
          </a:p>
          <a:p>
            <a:r>
              <a:rPr lang="en-US" dirty="0"/>
              <a:t>Protect a tenant</a:t>
            </a:r>
          </a:p>
          <a:p>
            <a:pPr lvl="1"/>
            <a:r>
              <a:rPr lang="en-US" dirty="0" err="1"/>
              <a:t>ApplicationUser</a:t>
            </a:r>
            <a:endParaRPr lang="en-US" dirty="0"/>
          </a:p>
          <a:p>
            <a:pPr lvl="1"/>
            <a:r>
              <a:rPr lang="en-US" dirty="0" err="1"/>
              <a:t>ApplicationUserStore</a:t>
            </a:r>
            <a:endParaRPr lang="en-US" dirty="0"/>
          </a:p>
          <a:p>
            <a:pPr lvl="1"/>
            <a:r>
              <a:rPr lang="en-US" dirty="0"/>
              <a:t>MultiTenantSigninManager</a:t>
            </a:r>
          </a:p>
          <a:p>
            <a:r>
              <a:rPr lang="en-US" dirty="0"/>
              <a:t>Protect the data</a:t>
            </a:r>
          </a:p>
          <a:p>
            <a:pPr lvl="1"/>
            <a:r>
              <a:rPr lang="en-US" dirty="0"/>
              <a:t>Introduce </a:t>
            </a:r>
            <a:r>
              <a:rPr lang="en-US" dirty="0" err="1"/>
              <a:t>Itenant</a:t>
            </a:r>
            <a:endParaRPr lang="en-US" dirty="0"/>
          </a:p>
          <a:p>
            <a:pPr lvl="1"/>
            <a:r>
              <a:rPr lang="en-US" dirty="0" err="1"/>
              <a:t>QueryFilter</a:t>
            </a:r>
            <a:endParaRPr lang="en-US" dirty="0"/>
          </a:p>
          <a:p>
            <a:pPr lvl="1"/>
            <a:endParaRPr lang="en-US" dirty="0"/>
          </a:p>
          <a:p>
            <a:pPr lvl="1"/>
            <a:endParaRPr lang="en-US" dirty="0"/>
          </a:p>
        </p:txBody>
      </p:sp>
      <p:sp>
        <p:nvSpPr>
          <p:cNvPr id="3" name="Title 2">
            <a:extLst>
              <a:ext uri="{FF2B5EF4-FFF2-40B4-BE49-F238E27FC236}">
                <a16:creationId xmlns:a16="http://schemas.microsoft.com/office/drawing/2014/main" id="{474FB6B2-4AE5-7F8B-AEA2-363DB9947759}"/>
              </a:ext>
            </a:extLst>
          </p:cNvPr>
          <p:cNvSpPr>
            <a:spLocks noGrp="1"/>
          </p:cNvSpPr>
          <p:nvPr>
            <p:ph type="title"/>
          </p:nvPr>
        </p:nvSpPr>
        <p:spPr/>
        <p:txBody>
          <a:bodyPr/>
          <a:lstStyle/>
          <a:p>
            <a:r>
              <a:rPr lang="en-US" dirty="0"/>
              <a:t>Script</a:t>
            </a:r>
          </a:p>
        </p:txBody>
      </p:sp>
    </p:spTree>
    <p:extLst>
      <p:ext uri="{BB962C8B-B14F-4D97-AF65-F5344CB8AC3E}">
        <p14:creationId xmlns:p14="http://schemas.microsoft.com/office/powerpoint/2010/main" val="22616023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52C34-F7AF-8D3A-DDE5-CE0ACED8CEB7}"/>
              </a:ext>
            </a:extLst>
          </p:cNvPr>
          <p:cNvSpPr>
            <a:spLocks noGrp="1"/>
          </p:cNvSpPr>
          <p:nvPr>
            <p:ph type="title"/>
          </p:nvPr>
        </p:nvSpPr>
        <p:spPr/>
        <p:txBody>
          <a:bodyPr/>
          <a:lstStyle/>
          <a:p>
            <a:r>
              <a:rPr lang="en-US" dirty="0"/>
              <a:t>Detecting a tenant</a:t>
            </a:r>
          </a:p>
        </p:txBody>
      </p:sp>
      <p:sp>
        <p:nvSpPr>
          <p:cNvPr id="3" name="Text Placeholder 2">
            <a:extLst>
              <a:ext uri="{FF2B5EF4-FFF2-40B4-BE49-F238E27FC236}">
                <a16:creationId xmlns:a16="http://schemas.microsoft.com/office/drawing/2014/main" id="{F1FD27A4-70E2-8B92-7260-52358ABEFBB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618056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3D7CD6-544F-2A8D-2AF6-494A9D373404}"/>
              </a:ext>
            </a:extLst>
          </p:cNvPr>
          <p:cNvSpPr>
            <a:spLocks noGrp="1"/>
          </p:cNvSpPr>
          <p:nvPr>
            <p:ph type="title"/>
          </p:nvPr>
        </p:nvSpPr>
        <p:spPr/>
        <p:txBody>
          <a:bodyPr/>
          <a:lstStyle/>
          <a:p>
            <a:r>
              <a:rPr lang="en-US" dirty="0"/>
              <a:t>Detecting a tenant – </a:t>
            </a:r>
            <a:r>
              <a:rPr lang="en-US" dirty="0" err="1"/>
              <a:t>Tenant.cs</a:t>
            </a:r>
            <a:endParaRPr lang="en-US" dirty="0"/>
          </a:p>
        </p:txBody>
      </p:sp>
      <p:sp>
        <p:nvSpPr>
          <p:cNvPr id="5" name="TextBox 4">
            <a:extLst>
              <a:ext uri="{FF2B5EF4-FFF2-40B4-BE49-F238E27FC236}">
                <a16:creationId xmlns:a16="http://schemas.microsoft.com/office/drawing/2014/main" id="{1B076BB2-CC72-7EFC-6061-0E8B20FB9271}"/>
              </a:ext>
            </a:extLst>
          </p:cNvPr>
          <p:cNvSpPr txBox="1"/>
          <p:nvPr/>
        </p:nvSpPr>
        <p:spPr>
          <a:xfrm>
            <a:off x="1296000" y="1798057"/>
            <a:ext cx="7190508" cy="1200329"/>
          </a:xfrm>
          <a:prstGeom prst="rect">
            <a:avLst/>
          </a:prstGeom>
          <a:noFill/>
        </p:spPr>
        <p:txBody>
          <a:bodyPr wrap="square">
            <a:spAutoFit/>
          </a:bodyPr>
          <a:lstStyle/>
          <a:p>
            <a:r>
              <a:rPr lang="en-US" dirty="0">
                <a:solidFill>
                  <a:srgbClr val="0F54D6"/>
                </a:solidFill>
                <a:effectLst/>
              </a:rPr>
              <a:t>public class </a:t>
            </a:r>
            <a:r>
              <a:rPr lang="en-US" dirty="0">
                <a:solidFill>
                  <a:srgbClr val="8C6C41"/>
                </a:solidFill>
                <a:effectLst/>
              </a:rPr>
              <a:t>Tenant</a:t>
            </a:r>
            <a:br>
              <a:rPr lang="en-US" dirty="0">
                <a:solidFill>
                  <a:srgbClr val="8C6C41"/>
                </a:solidFill>
                <a:effectLst/>
              </a:rPr>
            </a:b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a:solidFill>
                  <a:srgbClr val="0F54D6"/>
                </a:solidFill>
                <a:effectLst/>
              </a:rPr>
              <a:t>public string </a:t>
            </a:r>
            <a:r>
              <a:rPr lang="en-US" dirty="0">
                <a:solidFill>
                  <a:srgbClr val="248700"/>
                </a:solidFill>
                <a:effectLst/>
              </a:rPr>
              <a:t>Id </a:t>
            </a:r>
            <a:r>
              <a:rPr lang="en-US" b="1" dirty="0">
                <a:solidFill>
                  <a:srgbClr val="383838"/>
                </a:solidFill>
                <a:effectLst/>
              </a:rPr>
              <a:t>{ </a:t>
            </a:r>
            <a:r>
              <a:rPr lang="en-US" dirty="0">
                <a:solidFill>
                  <a:srgbClr val="6B2FBA"/>
                </a:solidFill>
                <a:effectLst/>
              </a:rPr>
              <a:t>get</a:t>
            </a:r>
            <a:r>
              <a:rPr lang="en-US" b="1" dirty="0">
                <a:solidFill>
                  <a:srgbClr val="383838"/>
                </a:solidFill>
                <a:effectLst/>
              </a:rPr>
              <a:t>; </a:t>
            </a:r>
            <a:r>
              <a:rPr lang="en-US" dirty="0">
                <a:solidFill>
                  <a:srgbClr val="6B2FBA"/>
                </a:solidFill>
                <a:effectLst/>
              </a:rPr>
              <a:t>set</a:t>
            </a:r>
            <a:r>
              <a:rPr lang="en-US" b="1" dirty="0">
                <a:solidFill>
                  <a:srgbClr val="383838"/>
                </a:solidFill>
                <a:effectLst/>
              </a:rPr>
              <a:t>; }</a:t>
            </a:r>
            <a:br>
              <a:rPr lang="en-US" b="1" dirty="0">
                <a:solidFill>
                  <a:srgbClr val="383838"/>
                </a:solidFill>
                <a:effectLst/>
              </a:rPr>
            </a:br>
            <a:r>
              <a:rPr lang="en-US" b="1" dirty="0">
                <a:solidFill>
                  <a:srgbClr val="383838"/>
                </a:solidFill>
                <a:effectLst/>
              </a:rPr>
              <a:t>}</a:t>
            </a:r>
            <a:endParaRPr lang="en-US" dirty="0">
              <a:solidFill>
                <a:srgbClr val="202020"/>
              </a:solidFill>
              <a:effectLst/>
            </a:endParaRPr>
          </a:p>
        </p:txBody>
      </p:sp>
      <p:sp>
        <p:nvSpPr>
          <p:cNvPr id="7" name="TextBox 6">
            <a:extLst>
              <a:ext uri="{FF2B5EF4-FFF2-40B4-BE49-F238E27FC236}">
                <a16:creationId xmlns:a16="http://schemas.microsoft.com/office/drawing/2014/main" id="{4DAA220B-1F6E-1054-3705-E96FF9C1763B}"/>
              </a:ext>
            </a:extLst>
          </p:cNvPr>
          <p:cNvSpPr txBox="1"/>
          <p:nvPr/>
        </p:nvSpPr>
        <p:spPr>
          <a:xfrm>
            <a:off x="1296000" y="2998386"/>
            <a:ext cx="7190508" cy="1200329"/>
          </a:xfrm>
          <a:prstGeom prst="rect">
            <a:avLst/>
          </a:prstGeom>
          <a:noFill/>
        </p:spPr>
        <p:txBody>
          <a:bodyPr wrap="square">
            <a:spAutoFit/>
          </a:bodyPr>
          <a:lstStyle/>
          <a:p>
            <a:r>
              <a:rPr lang="en-US" dirty="0">
                <a:solidFill>
                  <a:srgbClr val="0F54D6"/>
                </a:solidFill>
                <a:effectLst/>
              </a:rPr>
              <a:t>public class </a:t>
            </a:r>
            <a:r>
              <a:rPr lang="en-US" dirty="0" err="1">
                <a:solidFill>
                  <a:srgbClr val="8C6C41"/>
                </a:solidFill>
                <a:effectLst/>
              </a:rPr>
              <a:t>TenantContextAccessor</a:t>
            </a:r>
            <a:br>
              <a:rPr lang="en-US" dirty="0">
                <a:solidFill>
                  <a:srgbClr val="8C6C41"/>
                </a:solidFill>
                <a:effectLst/>
              </a:rPr>
            </a:b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a:solidFill>
                  <a:srgbClr val="0F54D6"/>
                </a:solidFill>
                <a:effectLst/>
              </a:rPr>
              <a:t>public </a:t>
            </a:r>
            <a:r>
              <a:rPr lang="en-US" dirty="0">
                <a:solidFill>
                  <a:srgbClr val="8C6C41"/>
                </a:solidFill>
                <a:effectLst/>
              </a:rPr>
              <a:t>Tenant </a:t>
            </a:r>
            <a:r>
              <a:rPr lang="en-US" dirty="0">
                <a:solidFill>
                  <a:srgbClr val="248700"/>
                </a:solidFill>
                <a:effectLst/>
              </a:rPr>
              <a:t>Tenant </a:t>
            </a:r>
            <a:r>
              <a:rPr lang="en-US" b="1" dirty="0">
                <a:solidFill>
                  <a:srgbClr val="383838"/>
                </a:solidFill>
                <a:effectLst/>
              </a:rPr>
              <a:t>{ </a:t>
            </a:r>
            <a:r>
              <a:rPr lang="en-US" dirty="0">
                <a:solidFill>
                  <a:srgbClr val="6B2FBA"/>
                </a:solidFill>
                <a:effectLst/>
              </a:rPr>
              <a:t>get</a:t>
            </a:r>
            <a:r>
              <a:rPr lang="en-US" b="1" dirty="0">
                <a:solidFill>
                  <a:srgbClr val="383838"/>
                </a:solidFill>
                <a:effectLst/>
              </a:rPr>
              <a:t>; </a:t>
            </a:r>
            <a:r>
              <a:rPr lang="en-US" dirty="0">
                <a:solidFill>
                  <a:srgbClr val="6B2FBA"/>
                </a:solidFill>
                <a:effectLst/>
              </a:rPr>
              <a:t>set</a:t>
            </a:r>
            <a:r>
              <a:rPr lang="en-US" b="1" dirty="0">
                <a:solidFill>
                  <a:srgbClr val="383838"/>
                </a:solidFill>
                <a:effectLst/>
              </a:rPr>
              <a:t>; }</a:t>
            </a:r>
            <a:br>
              <a:rPr lang="en-US" b="1" dirty="0">
                <a:solidFill>
                  <a:srgbClr val="383838"/>
                </a:solidFill>
                <a:effectLst/>
              </a:rPr>
            </a:br>
            <a:r>
              <a:rPr lang="en-US" b="1" dirty="0">
                <a:solidFill>
                  <a:srgbClr val="383838"/>
                </a:solidFill>
                <a:effectLst/>
              </a:rPr>
              <a:t>}</a:t>
            </a:r>
            <a:endParaRPr lang="en-US" dirty="0">
              <a:solidFill>
                <a:srgbClr val="202020"/>
              </a:solidFill>
              <a:effectLst/>
            </a:endParaRPr>
          </a:p>
        </p:txBody>
      </p:sp>
    </p:spTree>
    <p:extLst>
      <p:ext uri="{BB962C8B-B14F-4D97-AF65-F5344CB8AC3E}">
        <p14:creationId xmlns:p14="http://schemas.microsoft.com/office/powerpoint/2010/main" val="10334770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E8CE2-E059-739D-95B8-6CE8BD7551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7948FED-66FF-AEF3-876D-B25894339E81}"/>
              </a:ext>
            </a:extLst>
          </p:cNvPr>
          <p:cNvSpPr>
            <a:spLocks noGrp="1"/>
          </p:cNvSpPr>
          <p:nvPr>
            <p:ph type="title"/>
          </p:nvPr>
        </p:nvSpPr>
        <p:spPr/>
        <p:txBody>
          <a:bodyPr/>
          <a:lstStyle/>
          <a:p>
            <a:r>
              <a:rPr lang="en-US" dirty="0"/>
              <a:t>Detecting a tenant - </a:t>
            </a:r>
            <a:r>
              <a:rPr lang="en-US" dirty="0" err="1"/>
              <a:t>TenantDependencyExtensions</a:t>
            </a:r>
            <a:endParaRPr lang="en-US" dirty="0"/>
          </a:p>
        </p:txBody>
      </p:sp>
      <p:sp>
        <p:nvSpPr>
          <p:cNvPr id="4" name="TextBox 3">
            <a:extLst>
              <a:ext uri="{FF2B5EF4-FFF2-40B4-BE49-F238E27FC236}">
                <a16:creationId xmlns:a16="http://schemas.microsoft.com/office/drawing/2014/main" id="{884CFC56-12B0-D80E-B2EC-12B9C54733EC}"/>
              </a:ext>
            </a:extLst>
          </p:cNvPr>
          <p:cNvSpPr txBox="1"/>
          <p:nvPr/>
        </p:nvSpPr>
        <p:spPr>
          <a:xfrm>
            <a:off x="1296000" y="2218069"/>
            <a:ext cx="9148156" cy="3139321"/>
          </a:xfrm>
          <a:prstGeom prst="rect">
            <a:avLst/>
          </a:prstGeom>
          <a:noFill/>
        </p:spPr>
        <p:txBody>
          <a:bodyPr wrap="square">
            <a:spAutoFit/>
          </a:bodyPr>
          <a:lstStyle/>
          <a:p>
            <a:r>
              <a:rPr lang="en-US" dirty="0">
                <a:solidFill>
                  <a:srgbClr val="0F54D6"/>
                </a:solidFill>
                <a:effectLst/>
              </a:rPr>
              <a:t>public static class </a:t>
            </a:r>
            <a:r>
              <a:rPr lang="en-US" dirty="0" err="1">
                <a:solidFill>
                  <a:srgbClr val="8C6C41"/>
                </a:solidFill>
                <a:effectLst/>
              </a:rPr>
              <a:t>TenantContextAccessorExtensions</a:t>
            </a:r>
            <a:br>
              <a:rPr lang="en-US" dirty="0">
                <a:solidFill>
                  <a:srgbClr val="8C6C41"/>
                </a:solidFill>
                <a:effectLst/>
              </a:rPr>
            </a:b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a:solidFill>
                  <a:srgbClr val="0F54D6"/>
                </a:solidFill>
                <a:effectLst/>
              </a:rPr>
              <a:t>public static </a:t>
            </a:r>
            <a:r>
              <a:rPr lang="en-US" dirty="0" err="1">
                <a:solidFill>
                  <a:srgbClr val="949494"/>
                </a:solidFill>
                <a:effectLst/>
              </a:rPr>
              <a:t>IServiceCollection</a:t>
            </a:r>
            <a:r>
              <a:rPr lang="en-US" dirty="0">
                <a:solidFill>
                  <a:srgbClr val="949494"/>
                </a:solidFill>
                <a:effectLst/>
              </a:rPr>
              <a:t> </a:t>
            </a:r>
            <a:r>
              <a:rPr lang="en-US" dirty="0" err="1">
                <a:solidFill>
                  <a:srgbClr val="6B2FBA"/>
                </a:solidFill>
                <a:effectLst/>
              </a:rPr>
              <a:t>AddTenantContext</a:t>
            </a:r>
            <a:r>
              <a:rPr lang="en-US" b="1" dirty="0">
                <a:solidFill>
                  <a:srgbClr val="383838"/>
                </a:solidFill>
                <a:effectLst/>
              </a:rPr>
              <a:t>(</a:t>
            </a:r>
            <a:r>
              <a:rPr lang="en-US" dirty="0">
                <a:solidFill>
                  <a:srgbClr val="0F54D6"/>
                </a:solidFill>
                <a:effectLst/>
              </a:rPr>
              <a:t>this </a:t>
            </a:r>
            <a:r>
              <a:rPr lang="en-US" dirty="0" err="1">
                <a:solidFill>
                  <a:srgbClr val="8C6C41"/>
                </a:solidFill>
                <a:effectLst/>
              </a:rPr>
              <a:t>IServiceCollection</a:t>
            </a:r>
            <a:r>
              <a:rPr lang="en-US" dirty="0">
                <a:solidFill>
                  <a:srgbClr val="8C6C41"/>
                </a:solidFill>
                <a:effectLst/>
              </a:rPr>
              <a:t> </a:t>
            </a:r>
            <a:r>
              <a:rPr lang="en-US" dirty="0">
                <a:solidFill>
                  <a:srgbClr val="1B6600"/>
                </a:solidFill>
                <a:effectLst/>
              </a:rPr>
              <a:t>services</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br>
              <a:rPr lang="en-US" b="1" dirty="0">
                <a:solidFill>
                  <a:srgbClr val="383838"/>
                </a:solidFill>
                <a:effectLst/>
              </a:rPr>
            </a:br>
            <a:r>
              <a:rPr lang="en-US" b="1" dirty="0">
                <a:solidFill>
                  <a:srgbClr val="383838"/>
                </a:solidFill>
                <a:effectLst/>
              </a:rPr>
              <a:t>        </a:t>
            </a:r>
            <a:r>
              <a:rPr lang="en-US" dirty="0" err="1">
                <a:solidFill>
                  <a:srgbClr val="1B6600"/>
                </a:solidFill>
                <a:effectLst/>
              </a:rPr>
              <a:t>services</a:t>
            </a:r>
            <a:r>
              <a:rPr lang="en-US" b="1" dirty="0" err="1">
                <a:solidFill>
                  <a:srgbClr val="383838"/>
                </a:solidFill>
                <a:effectLst/>
              </a:rPr>
              <a:t>.</a:t>
            </a:r>
            <a:r>
              <a:rPr lang="en-US" dirty="0" err="1">
                <a:solidFill>
                  <a:srgbClr val="6B2FBA"/>
                </a:solidFill>
                <a:effectLst/>
              </a:rPr>
              <a:t>AddScoped</a:t>
            </a:r>
            <a:r>
              <a:rPr lang="en-US" dirty="0">
                <a:solidFill>
                  <a:srgbClr val="383838"/>
                </a:solidFill>
                <a:effectLst/>
              </a:rPr>
              <a:t>&lt;</a:t>
            </a:r>
            <a:r>
              <a:rPr lang="en-US" dirty="0" err="1">
                <a:solidFill>
                  <a:srgbClr val="8C6C41"/>
                </a:solidFill>
                <a:effectLst/>
              </a:rPr>
              <a:t>TenantContextAccessor</a:t>
            </a:r>
            <a:r>
              <a:rPr lang="en-US" dirty="0">
                <a:solidFill>
                  <a:srgbClr val="383838"/>
                </a:solidFill>
                <a:effectLst/>
              </a:rPr>
              <a:t>&gt;</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err="1">
                <a:solidFill>
                  <a:srgbClr val="1B6600"/>
                </a:solidFill>
                <a:effectLst/>
              </a:rPr>
              <a:t>services</a:t>
            </a:r>
            <a:r>
              <a:rPr lang="en-US" b="1" dirty="0" err="1">
                <a:solidFill>
                  <a:srgbClr val="383838"/>
                </a:solidFill>
                <a:effectLst/>
              </a:rPr>
              <a:t>.</a:t>
            </a:r>
            <a:r>
              <a:rPr lang="en-US" dirty="0" err="1">
                <a:solidFill>
                  <a:srgbClr val="6B2FBA"/>
                </a:solidFill>
                <a:effectLst/>
              </a:rPr>
              <a:t>AddTransient</a:t>
            </a:r>
            <a:r>
              <a:rPr lang="en-US" dirty="0">
                <a:solidFill>
                  <a:srgbClr val="383838"/>
                </a:solidFill>
                <a:effectLst/>
              </a:rPr>
              <a:t>&lt;</a:t>
            </a:r>
            <a:r>
              <a:rPr lang="en-US" dirty="0">
                <a:solidFill>
                  <a:srgbClr val="8C6C41"/>
                </a:solidFill>
                <a:effectLst/>
              </a:rPr>
              <a:t>Tenant</a:t>
            </a:r>
            <a:r>
              <a:rPr lang="en-US" dirty="0">
                <a:solidFill>
                  <a:srgbClr val="383838"/>
                </a:solidFill>
                <a:effectLst/>
              </a:rPr>
              <a:t>&gt;</a:t>
            </a:r>
            <a:r>
              <a:rPr lang="en-US" b="1" dirty="0">
                <a:solidFill>
                  <a:srgbClr val="383838"/>
                </a:solidFill>
                <a:effectLst/>
              </a:rPr>
              <a:t>(</a:t>
            </a:r>
            <a:r>
              <a:rPr lang="en-US" dirty="0">
                <a:solidFill>
                  <a:srgbClr val="1B6600"/>
                </a:solidFill>
                <a:effectLst/>
              </a:rPr>
              <a:t>p </a:t>
            </a:r>
            <a:r>
              <a:rPr lang="en-US" dirty="0">
                <a:solidFill>
                  <a:srgbClr val="202020"/>
                </a:solidFill>
                <a:effectLst/>
              </a:rPr>
              <a:t>=&gt;</a:t>
            </a:r>
            <a:br>
              <a:rPr lang="en-US" dirty="0">
                <a:solidFill>
                  <a:srgbClr val="202020"/>
                </a:solidFill>
                <a:effectLst/>
              </a:rPr>
            </a:br>
            <a:r>
              <a:rPr lang="en-US" dirty="0">
                <a:solidFill>
                  <a:srgbClr val="202020"/>
                </a:solidFill>
                <a:effectLst/>
              </a:rPr>
              <a:t>            </a:t>
            </a:r>
            <a:r>
              <a:rPr lang="en-US" dirty="0" err="1">
                <a:solidFill>
                  <a:srgbClr val="1B6600"/>
                </a:solidFill>
                <a:effectLst/>
              </a:rPr>
              <a:t>p</a:t>
            </a:r>
            <a:r>
              <a:rPr lang="en-US" b="1" dirty="0" err="1">
                <a:solidFill>
                  <a:srgbClr val="383838"/>
                </a:solidFill>
                <a:effectLst/>
              </a:rPr>
              <a:t>.</a:t>
            </a:r>
            <a:r>
              <a:rPr lang="en-US" dirty="0" err="1">
                <a:solidFill>
                  <a:srgbClr val="6B2FBA"/>
                </a:solidFill>
                <a:effectLst/>
              </a:rPr>
              <a:t>GetRequiredService</a:t>
            </a:r>
            <a:r>
              <a:rPr lang="en-US" dirty="0">
                <a:solidFill>
                  <a:srgbClr val="383838"/>
                </a:solidFill>
                <a:effectLst/>
              </a:rPr>
              <a:t>&lt;</a:t>
            </a:r>
            <a:r>
              <a:rPr lang="en-US" dirty="0" err="1">
                <a:solidFill>
                  <a:srgbClr val="8C6C41"/>
                </a:solidFill>
                <a:effectLst/>
              </a:rPr>
              <a:t>TenantContextAccessor</a:t>
            </a:r>
            <a:r>
              <a:rPr lang="en-US" dirty="0">
                <a:solidFill>
                  <a:srgbClr val="383838"/>
                </a:solidFill>
                <a:effectLst/>
              </a:rPr>
              <a:t>&gt;</a:t>
            </a:r>
            <a:r>
              <a:rPr lang="en-US" b="1" dirty="0">
                <a:solidFill>
                  <a:srgbClr val="383838"/>
                </a:solidFill>
                <a:effectLst/>
              </a:rPr>
              <a:t>().</a:t>
            </a:r>
            <a:r>
              <a:rPr lang="en-US" dirty="0">
                <a:solidFill>
                  <a:srgbClr val="248700"/>
                </a:solidFill>
                <a:effectLst/>
              </a:rPr>
              <a:t>Tenant </a:t>
            </a:r>
            <a:r>
              <a:rPr lang="en-US" dirty="0">
                <a:solidFill>
                  <a:srgbClr val="202020"/>
                </a:solidFill>
                <a:effectLst/>
              </a:rPr>
              <a:t>?? </a:t>
            </a:r>
            <a:r>
              <a:rPr lang="en-US" dirty="0">
                <a:solidFill>
                  <a:srgbClr val="949494"/>
                </a:solidFill>
                <a:effectLst/>
              </a:rPr>
              <a:t>new Tenant</a:t>
            </a:r>
            <a:r>
              <a:rPr lang="en-US" b="1" dirty="0">
                <a:solidFill>
                  <a:srgbClr val="949494"/>
                </a:solidFill>
                <a:effectLst/>
              </a:rPr>
              <a:t>()</a:t>
            </a:r>
            <a:br>
              <a:rPr lang="en-US" b="1" dirty="0">
                <a:solidFill>
                  <a:srgbClr val="949494"/>
                </a:solidFill>
                <a:effectLst/>
              </a:rPr>
            </a:br>
            <a:r>
              <a:rPr lang="en-US" b="1" dirty="0">
                <a:solidFill>
                  <a:srgbClr val="949494"/>
                </a:solidFill>
                <a:effectLst/>
              </a:rPr>
              <a:t>        </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a:solidFill>
                  <a:srgbClr val="0F54D6"/>
                </a:solidFill>
                <a:effectLst/>
              </a:rPr>
              <a:t>return </a:t>
            </a:r>
            <a:r>
              <a:rPr lang="en-US" dirty="0">
                <a:solidFill>
                  <a:srgbClr val="1B6600"/>
                </a:solidFill>
                <a:effectLst/>
              </a:rPr>
              <a:t>services</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br>
              <a:rPr lang="en-US" b="1" dirty="0">
                <a:solidFill>
                  <a:srgbClr val="383838"/>
                </a:solidFill>
                <a:effectLst/>
              </a:rPr>
            </a:br>
            <a:r>
              <a:rPr lang="en-US" b="1" dirty="0">
                <a:solidFill>
                  <a:srgbClr val="383838"/>
                </a:solidFill>
                <a:effectLst/>
              </a:rPr>
              <a:t>}</a:t>
            </a:r>
            <a:endParaRPr lang="en-US" dirty="0">
              <a:solidFill>
                <a:srgbClr val="202020"/>
              </a:solidFill>
              <a:effectLst/>
            </a:endParaRPr>
          </a:p>
        </p:txBody>
      </p:sp>
    </p:spTree>
    <p:extLst>
      <p:ext uri="{BB962C8B-B14F-4D97-AF65-F5344CB8AC3E}">
        <p14:creationId xmlns:p14="http://schemas.microsoft.com/office/powerpoint/2010/main" val="36850078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7D6D30B-176C-4CAA-8F6B-22802252C9C0}"/>
              </a:ext>
            </a:extLst>
          </p:cNvPr>
          <p:cNvSpPr>
            <a:spLocks noGrp="1"/>
          </p:cNvSpPr>
          <p:nvPr>
            <p:ph type="title"/>
          </p:nvPr>
        </p:nvSpPr>
        <p:spPr/>
        <p:txBody>
          <a:bodyPr/>
          <a:lstStyle/>
          <a:p>
            <a:r>
              <a:rPr lang="en-US" dirty="0"/>
              <a:t>Building Middleware</a:t>
            </a:r>
          </a:p>
        </p:txBody>
      </p:sp>
      <p:sp>
        <p:nvSpPr>
          <p:cNvPr id="7" name="TextBox 6">
            <a:extLst>
              <a:ext uri="{FF2B5EF4-FFF2-40B4-BE49-F238E27FC236}">
                <a16:creationId xmlns:a16="http://schemas.microsoft.com/office/drawing/2014/main" id="{39E87273-4481-2C13-B814-AD540540A922}"/>
              </a:ext>
            </a:extLst>
          </p:cNvPr>
          <p:cNvSpPr txBox="1"/>
          <p:nvPr/>
        </p:nvSpPr>
        <p:spPr>
          <a:xfrm>
            <a:off x="0" y="1720840"/>
            <a:ext cx="12675140" cy="3416320"/>
          </a:xfrm>
          <a:prstGeom prst="rect">
            <a:avLst/>
          </a:prstGeom>
          <a:noFill/>
        </p:spPr>
        <p:txBody>
          <a:bodyPr wrap="square">
            <a:spAutoFit/>
          </a:bodyPr>
          <a:lstStyle/>
          <a:p>
            <a:pPr>
              <a:buNone/>
            </a:pPr>
            <a:r>
              <a:rPr lang="en-US" b="0" dirty="0">
                <a:solidFill>
                  <a:srgbClr val="0000FF"/>
                </a:solidFill>
                <a:effectLst/>
                <a:latin typeface="Menlo" panose="020B0609030804020204" pitchFamily="49" charset="0"/>
              </a:rPr>
              <a:t>public</a:t>
            </a:r>
            <a:r>
              <a:rPr lang="en-US" b="0" dirty="0">
                <a:solidFill>
                  <a:srgbClr val="000000"/>
                </a:solidFill>
                <a:effectLst/>
                <a:latin typeface="Menlo" panose="020B0609030804020204" pitchFamily="49" charset="0"/>
              </a:rPr>
              <a:t> </a:t>
            </a:r>
            <a:r>
              <a:rPr lang="en-US" b="0" dirty="0">
                <a:solidFill>
                  <a:srgbClr val="0000FF"/>
                </a:solidFill>
                <a:effectLst/>
                <a:latin typeface="Menlo" panose="020B0609030804020204" pitchFamily="49" charset="0"/>
              </a:rPr>
              <a:t>class</a:t>
            </a:r>
            <a:r>
              <a:rPr lang="en-US" b="0" dirty="0">
                <a:solidFill>
                  <a:srgbClr val="000000"/>
                </a:solidFill>
                <a:effectLst/>
                <a:latin typeface="Menlo" panose="020B0609030804020204" pitchFamily="49" charset="0"/>
              </a:rPr>
              <a:t> </a:t>
            </a:r>
            <a:r>
              <a:rPr lang="en-US" b="0" dirty="0" err="1">
                <a:solidFill>
                  <a:srgbClr val="267F99"/>
                </a:solidFill>
                <a:effectLst/>
                <a:latin typeface="Menlo" panose="020B0609030804020204" pitchFamily="49" charset="0"/>
              </a:rPr>
              <a:t>TenantMiddleware</a:t>
            </a:r>
            <a:r>
              <a:rPr lang="en-US" b="0" dirty="0">
                <a:solidFill>
                  <a:srgbClr val="000000"/>
                </a:solidFill>
                <a:effectLst/>
                <a:latin typeface="Menlo" panose="020B0609030804020204" pitchFamily="49" charset="0"/>
              </a:rPr>
              <a:t>(</a:t>
            </a:r>
            <a:r>
              <a:rPr lang="en-US" b="0" dirty="0" err="1">
                <a:solidFill>
                  <a:srgbClr val="267F99"/>
                </a:solidFill>
                <a:effectLst/>
                <a:latin typeface="Menlo" panose="020B0609030804020204" pitchFamily="49" charset="0"/>
              </a:rPr>
              <a:t>TenantContextAccessor</a:t>
            </a:r>
            <a:r>
              <a:rPr lang="en-US" b="0" dirty="0">
                <a:solidFill>
                  <a:srgbClr val="000000"/>
                </a:solidFill>
                <a:effectLst/>
                <a:latin typeface="Menlo" panose="020B0609030804020204" pitchFamily="49" charset="0"/>
              </a:rPr>
              <a:t> </a:t>
            </a:r>
            <a:r>
              <a:rPr lang="en-US" b="0" dirty="0" err="1">
                <a:solidFill>
                  <a:srgbClr val="001080"/>
                </a:solidFill>
                <a:effectLst/>
                <a:latin typeface="Menlo" panose="020B0609030804020204" pitchFamily="49" charset="0"/>
              </a:rPr>
              <a:t>tenantContextAccessor</a:t>
            </a:r>
            <a:r>
              <a:rPr lang="en-US" b="0" dirty="0">
                <a:solidFill>
                  <a:srgbClr val="000000"/>
                </a:solidFill>
                <a:effectLst/>
                <a:latin typeface="Menlo" panose="020B0609030804020204" pitchFamily="49" charset="0"/>
              </a:rPr>
              <a:t>) : </a:t>
            </a:r>
            <a:r>
              <a:rPr lang="en-US" b="0" dirty="0" err="1">
                <a:solidFill>
                  <a:srgbClr val="267F99"/>
                </a:solidFill>
                <a:effectLst/>
                <a:latin typeface="Menlo" panose="020B0609030804020204" pitchFamily="49" charset="0"/>
              </a:rPr>
              <a:t>IMiddleware</a:t>
            </a:r>
            <a:endParaRPr lang="en-US" b="0" dirty="0">
              <a:solidFill>
                <a:srgbClr val="000000"/>
              </a:solidFill>
              <a:effectLst/>
              <a:latin typeface="Menlo" panose="020B0609030804020204" pitchFamily="49" charset="0"/>
            </a:endParaRPr>
          </a:p>
          <a:p>
            <a:pPr>
              <a:buNone/>
            </a:pPr>
            <a:r>
              <a:rPr lang="en-US" b="0" dirty="0">
                <a:solidFill>
                  <a:srgbClr val="000000"/>
                </a:solidFill>
                <a:effectLst/>
                <a:latin typeface="Menlo" panose="020B0609030804020204" pitchFamily="49" charset="0"/>
              </a:rPr>
              <a:t>{</a:t>
            </a:r>
          </a:p>
          <a:p>
            <a:pPr>
              <a:buNone/>
            </a:pPr>
            <a:r>
              <a:rPr lang="en-US" b="0" dirty="0">
                <a:solidFill>
                  <a:srgbClr val="0000FF"/>
                </a:solidFill>
                <a:effectLst/>
                <a:latin typeface="Menlo" panose="020B0609030804020204" pitchFamily="49" charset="0"/>
              </a:rPr>
              <a:t>	public</a:t>
            </a:r>
            <a:r>
              <a:rPr lang="en-US" b="0" dirty="0">
                <a:solidFill>
                  <a:srgbClr val="000000"/>
                </a:solidFill>
                <a:effectLst/>
                <a:latin typeface="Menlo" panose="020B0609030804020204" pitchFamily="49" charset="0"/>
              </a:rPr>
              <a:t> </a:t>
            </a:r>
            <a:r>
              <a:rPr lang="en-US" b="0" dirty="0">
                <a:solidFill>
                  <a:srgbClr val="267F99"/>
                </a:solidFill>
                <a:effectLst/>
                <a:latin typeface="Menlo" panose="020B0609030804020204" pitchFamily="49" charset="0"/>
              </a:rPr>
              <a:t>Task</a:t>
            </a:r>
            <a:r>
              <a:rPr lang="en-US" b="0" dirty="0">
                <a:solidFill>
                  <a:srgbClr val="000000"/>
                </a:solidFill>
                <a:effectLst/>
                <a:latin typeface="Menlo" panose="020B0609030804020204" pitchFamily="49" charset="0"/>
              </a:rPr>
              <a:t> </a:t>
            </a:r>
            <a:r>
              <a:rPr lang="en-US" b="0" dirty="0" err="1">
                <a:solidFill>
                  <a:srgbClr val="795E26"/>
                </a:solidFill>
                <a:effectLst/>
                <a:latin typeface="Menlo" panose="020B0609030804020204" pitchFamily="49" charset="0"/>
              </a:rPr>
              <a:t>InvokeAsync</a:t>
            </a:r>
            <a:r>
              <a:rPr lang="en-US" b="0" dirty="0">
                <a:solidFill>
                  <a:srgbClr val="000000"/>
                </a:solidFill>
                <a:effectLst/>
                <a:latin typeface="Menlo" panose="020B0609030804020204" pitchFamily="49" charset="0"/>
              </a:rPr>
              <a:t>(</a:t>
            </a:r>
            <a:r>
              <a:rPr lang="en-US" b="0" dirty="0" err="1">
                <a:solidFill>
                  <a:srgbClr val="267F99"/>
                </a:solidFill>
                <a:effectLst/>
                <a:latin typeface="Menlo" panose="020B0609030804020204" pitchFamily="49" charset="0"/>
              </a:rPr>
              <a:t>HttpContext</a:t>
            </a:r>
            <a:r>
              <a:rPr lang="en-US" b="0" dirty="0">
                <a:solidFill>
                  <a:srgbClr val="000000"/>
                </a:solidFill>
                <a:effectLst/>
                <a:latin typeface="Menlo" panose="020B0609030804020204" pitchFamily="49" charset="0"/>
              </a:rPr>
              <a:t> </a:t>
            </a:r>
            <a:r>
              <a:rPr lang="en-US" b="0" dirty="0">
                <a:solidFill>
                  <a:srgbClr val="001080"/>
                </a:solidFill>
                <a:effectLst/>
                <a:latin typeface="Menlo" panose="020B0609030804020204" pitchFamily="49" charset="0"/>
              </a:rPr>
              <a:t>context</a:t>
            </a:r>
            <a:r>
              <a:rPr lang="en-US" b="0" dirty="0">
                <a:solidFill>
                  <a:srgbClr val="000000"/>
                </a:solidFill>
                <a:effectLst/>
                <a:latin typeface="Menlo" panose="020B0609030804020204" pitchFamily="49" charset="0"/>
              </a:rPr>
              <a:t>, </a:t>
            </a:r>
            <a:r>
              <a:rPr lang="en-US" b="0" dirty="0" err="1">
                <a:solidFill>
                  <a:srgbClr val="267F99"/>
                </a:solidFill>
                <a:effectLst/>
                <a:latin typeface="Menlo" panose="020B0609030804020204" pitchFamily="49" charset="0"/>
              </a:rPr>
              <a:t>RequestDelegate</a:t>
            </a:r>
            <a:r>
              <a:rPr lang="en-US" b="0" dirty="0">
                <a:solidFill>
                  <a:srgbClr val="000000"/>
                </a:solidFill>
                <a:effectLst/>
                <a:latin typeface="Menlo" panose="020B0609030804020204" pitchFamily="49" charset="0"/>
              </a:rPr>
              <a:t> </a:t>
            </a:r>
            <a:r>
              <a:rPr lang="en-US" b="0" dirty="0">
                <a:solidFill>
                  <a:srgbClr val="001080"/>
                </a:solidFill>
                <a:effectLst/>
                <a:latin typeface="Menlo" panose="020B0609030804020204" pitchFamily="49" charset="0"/>
              </a:rPr>
              <a:t>next</a:t>
            </a:r>
            <a:r>
              <a:rPr lang="en-US" b="0" dirty="0">
                <a:solidFill>
                  <a:srgbClr val="000000"/>
                </a:solidFill>
                <a:effectLst/>
                <a:latin typeface="Menlo" panose="020B0609030804020204" pitchFamily="49" charset="0"/>
              </a:rPr>
              <a:t>)</a:t>
            </a:r>
          </a:p>
          <a:p>
            <a:pPr lvl="1"/>
            <a:r>
              <a:rPr lang="en-US" b="0" dirty="0">
                <a:solidFill>
                  <a:srgbClr val="000000"/>
                </a:solidFill>
                <a:effectLst/>
                <a:latin typeface="Menlo" panose="020B0609030804020204" pitchFamily="49" charset="0"/>
              </a:rPr>
              <a:t>{</a:t>
            </a:r>
          </a:p>
          <a:p>
            <a:pPr lvl="2"/>
            <a:r>
              <a:rPr lang="en-US" b="0" dirty="0">
                <a:solidFill>
                  <a:srgbClr val="0000FF"/>
                </a:solidFill>
                <a:effectLst/>
                <a:latin typeface="Menlo" panose="020B0609030804020204" pitchFamily="49" charset="0"/>
              </a:rPr>
              <a:t>var</a:t>
            </a:r>
            <a:r>
              <a:rPr lang="en-US" b="0" dirty="0">
                <a:solidFill>
                  <a:srgbClr val="000000"/>
                </a:solidFill>
                <a:effectLst/>
                <a:latin typeface="Menlo" panose="020B0609030804020204" pitchFamily="49" charset="0"/>
              </a:rPr>
              <a:t> </a:t>
            </a:r>
            <a:r>
              <a:rPr lang="en-US" b="0" dirty="0" err="1">
                <a:solidFill>
                  <a:srgbClr val="001080"/>
                </a:solidFill>
                <a:effectLst/>
                <a:latin typeface="Menlo" panose="020B0609030804020204" pitchFamily="49" charset="0"/>
              </a:rPr>
              <a:t>subDomain</a:t>
            </a:r>
            <a:r>
              <a:rPr lang="en-US" b="0" dirty="0">
                <a:solidFill>
                  <a:srgbClr val="000000"/>
                </a:solidFill>
                <a:effectLst/>
                <a:latin typeface="Menlo" panose="020B0609030804020204" pitchFamily="49" charset="0"/>
              </a:rPr>
              <a:t> = </a:t>
            </a:r>
            <a:r>
              <a:rPr lang="en-US" b="0" dirty="0" err="1">
                <a:solidFill>
                  <a:srgbClr val="001080"/>
                </a:solidFill>
                <a:effectLst/>
                <a:latin typeface="Menlo" panose="020B0609030804020204" pitchFamily="49" charset="0"/>
              </a:rPr>
              <a:t>context</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Request</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Host</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Host</a:t>
            </a:r>
            <a:r>
              <a:rPr lang="en-US" b="0" dirty="0" err="1">
                <a:solidFill>
                  <a:srgbClr val="000000"/>
                </a:solidFill>
                <a:effectLst/>
                <a:latin typeface="Menlo" panose="020B0609030804020204" pitchFamily="49" charset="0"/>
              </a:rPr>
              <a:t>.</a:t>
            </a:r>
            <a:r>
              <a:rPr lang="en-US" b="0" dirty="0" err="1">
                <a:solidFill>
                  <a:srgbClr val="795E26"/>
                </a:solidFill>
                <a:effectLst/>
                <a:latin typeface="Menlo" panose="020B0609030804020204" pitchFamily="49" charset="0"/>
              </a:rPr>
              <a:t>Split</a:t>
            </a:r>
            <a:r>
              <a:rPr lang="en-US" b="0" dirty="0">
                <a:solidFill>
                  <a:srgbClr val="000000"/>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098658"/>
                </a:solidFill>
                <a:effectLst/>
                <a:latin typeface="Menlo" panose="020B0609030804020204" pitchFamily="49" charset="0"/>
              </a:rPr>
              <a:t>0</a:t>
            </a:r>
            <a:r>
              <a:rPr lang="en-US" b="0" dirty="0">
                <a:solidFill>
                  <a:srgbClr val="000000"/>
                </a:solidFill>
                <a:effectLst/>
                <a:latin typeface="Menlo" panose="020B0609030804020204" pitchFamily="49" charset="0"/>
              </a:rPr>
              <a:t>];</a:t>
            </a:r>
          </a:p>
          <a:p>
            <a:pPr lvl="2"/>
            <a:r>
              <a:rPr lang="en-US" b="0" dirty="0" err="1">
                <a:solidFill>
                  <a:srgbClr val="001080"/>
                </a:solidFill>
                <a:effectLst/>
                <a:latin typeface="Menlo" panose="020B0609030804020204" pitchFamily="49" charset="0"/>
              </a:rPr>
              <a:t>tenantContextAccessor</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Tenant</a:t>
            </a:r>
            <a:r>
              <a:rPr lang="en-US" b="0" dirty="0">
                <a:solidFill>
                  <a:srgbClr val="000000"/>
                </a:solidFill>
                <a:effectLst/>
                <a:latin typeface="Menlo" panose="020B0609030804020204" pitchFamily="49" charset="0"/>
              </a:rPr>
              <a:t> = </a:t>
            </a:r>
            <a:r>
              <a:rPr lang="en-US" b="0" dirty="0">
                <a:solidFill>
                  <a:srgbClr val="0000FF"/>
                </a:solidFill>
                <a:effectLst/>
                <a:latin typeface="Menlo" panose="020B0609030804020204" pitchFamily="49" charset="0"/>
              </a:rPr>
              <a:t>new</a:t>
            </a:r>
            <a:r>
              <a:rPr lang="en-US" b="0" dirty="0">
                <a:solidFill>
                  <a:srgbClr val="000000"/>
                </a:solidFill>
                <a:effectLst/>
                <a:latin typeface="Menlo" panose="020B0609030804020204" pitchFamily="49" charset="0"/>
              </a:rPr>
              <a:t>()</a:t>
            </a:r>
          </a:p>
          <a:p>
            <a:pPr lvl="2"/>
            <a:r>
              <a:rPr lang="en-US" b="0" dirty="0">
                <a:solidFill>
                  <a:srgbClr val="000000"/>
                </a:solidFill>
                <a:effectLst/>
                <a:latin typeface="Menlo" panose="020B0609030804020204" pitchFamily="49" charset="0"/>
              </a:rPr>
              <a:t>{</a:t>
            </a:r>
          </a:p>
          <a:p>
            <a:pPr lvl="3"/>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 = </a:t>
            </a:r>
            <a:r>
              <a:rPr lang="en-US" b="0" dirty="0" err="1">
                <a:solidFill>
                  <a:srgbClr val="001080"/>
                </a:solidFill>
                <a:effectLst/>
                <a:latin typeface="Menlo" panose="020B0609030804020204" pitchFamily="49" charset="0"/>
              </a:rPr>
              <a:t>subDomain</a:t>
            </a:r>
            <a:endParaRPr lang="en-US" b="0" dirty="0">
              <a:solidFill>
                <a:srgbClr val="000000"/>
              </a:solidFill>
              <a:effectLst/>
              <a:latin typeface="Menlo" panose="020B0609030804020204" pitchFamily="49" charset="0"/>
            </a:endParaRPr>
          </a:p>
          <a:p>
            <a:pPr lvl="2"/>
            <a:r>
              <a:rPr lang="en-US" b="0" dirty="0">
                <a:solidFill>
                  <a:srgbClr val="000000"/>
                </a:solidFill>
                <a:effectLst/>
                <a:latin typeface="Menlo" panose="020B0609030804020204" pitchFamily="49" charset="0"/>
              </a:rPr>
              <a:t>};</a:t>
            </a:r>
          </a:p>
          <a:p>
            <a:pPr lvl="2"/>
            <a:r>
              <a:rPr lang="en-US" b="0" dirty="0">
                <a:solidFill>
                  <a:srgbClr val="AF00DB"/>
                </a:solidFill>
                <a:effectLst/>
                <a:latin typeface="Menlo" panose="020B0609030804020204" pitchFamily="49" charset="0"/>
              </a:rPr>
              <a:t>return</a:t>
            </a:r>
            <a:r>
              <a:rPr lang="en-US" b="0" dirty="0">
                <a:solidFill>
                  <a:srgbClr val="000000"/>
                </a:solidFill>
                <a:effectLst/>
                <a:latin typeface="Menlo" panose="020B0609030804020204" pitchFamily="49" charset="0"/>
              </a:rPr>
              <a:t> </a:t>
            </a:r>
            <a:r>
              <a:rPr lang="en-US" b="0" dirty="0">
                <a:solidFill>
                  <a:srgbClr val="001080"/>
                </a:solidFill>
                <a:effectLst/>
                <a:latin typeface="Menlo" panose="020B0609030804020204" pitchFamily="49" charset="0"/>
              </a:rPr>
              <a:t>next</a:t>
            </a:r>
            <a:r>
              <a:rPr lang="en-US" b="0" dirty="0">
                <a:solidFill>
                  <a:srgbClr val="000000"/>
                </a:solidFill>
                <a:effectLst/>
                <a:latin typeface="Menlo" panose="020B0609030804020204" pitchFamily="49" charset="0"/>
              </a:rPr>
              <a:t>(</a:t>
            </a:r>
            <a:r>
              <a:rPr lang="en-US" b="0" dirty="0">
                <a:solidFill>
                  <a:srgbClr val="001080"/>
                </a:solidFill>
                <a:effectLst/>
                <a:latin typeface="Menlo" panose="020B0609030804020204" pitchFamily="49" charset="0"/>
              </a:rPr>
              <a:t>context</a:t>
            </a:r>
            <a:r>
              <a:rPr lang="en-US" b="0" dirty="0">
                <a:solidFill>
                  <a:srgbClr val="000000"/>
                </a:solidFill>
                <a:effectLst/>
                <a:latin typeface="Menlo" panose="020B0609030804020204" pitchFamily="49" charset="0"/>
              </a:rPr>
              <a:t>);</a:t>
            </a:r>
          </a:p>
          <a:p>
            <a:pPr lvl="1"/>
            <a:r>
              <a:rPr lang="en-US" b="0" dirty="0">
                <a:solidFill>
                  <a:srgbClr val="000000"/>
                </a:solidFill>
                <a:effectLst/>
                <a:latin typeface="Menlo" panose="020B0609030804020204" pitchFamily="49" charset="0"/>
              </a:rPr>
              <a:t>}</a:t>
            </a:r>
          </a:p>
          <a:p>
            <a:pPr>
              <a:buNone/>
            </a:pPr>
            <a:r>
              <a:rPr lang="en-US" b="0" dirty="0">
                <a:solidFill>
                  <a:srgbClr val="000000"/>
                </a:solidFill>
                <a:effectLst/>
                <a:latin typeface="Menlo" panose="020B0609030804020204" pitchFamily="49" charset="0"/>
              </a:rPr>
              <a:t>}</a:t>
            </a:r>
          </a:p>
        </p:txBody>
      </p:sp>
      <p:sp>
        <p:nvSpPr>
          <p:cNvPr id="9" name="TextBox 8">
            <a:extLst>
              <a:ext uri="{FF2B5EF4-FFF2-40B4-BE49-F238E27FC236}">
                <a16:creationId xmlns:a16="http://schemas.microsoft.com/office/drawing/2014/main" id="{79F9942D-B516-D3D3-00D8-1C5C0E7927B0}"/>
              </a:ext>
            </a:extLst>
          </p:cNvPr>
          <p:cNvSpPr txBox="1"/>
          <p:nvPr/>
        </p:nvSpPr>
        <p:spPr>
          <a:xfrm>
            <a:off x="1760706" y="6138000"/>
            <a:ext cx="7431930" cy="283091"/>
          </a:xfrm>
          <a:prstGeom prst="rect">
            <a:avLst/>
          </a:prstGeom>
          <a:noFill/>
        </p:spPr>
        <p:txBody>
          <a:bodyPr wrap="square">
            <a:spAutoFit/>
          </a:bodyPr>
          <a:lstStyle/>
          <a:p>
            <a:pPr>
              <a:lnSpc>
                <a:spcPts val="1350"/>
              </a:lnSpc>
              <a:buNone/>
            </a:pPr>
            <a:r>
              <a:rPr lang="en-US" b="0" dirty="0" err="1">
                <a:solidFill>
                  <a:srgbClr val="001080"/>
                </a:solidFill>
                <a:effectLst/>
                <a:latin typeface="Menlo" panose="020B0609030804020204" pitchFamily="49" charset="0"/>
              </a:rPr>
              <a:t>builder</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Services</a:t>
            </a:r>
            <a:r>
              <a:rPr lang="en-US" b="0" dirty="0" err="1">
                <a:solidFill>
                  <a:srgbClr val="000000"/>
                </a:solidFill>
                <a:effectLst/>
                <a:latin typeface="Menlo" panose="020B0609030804020204" pitchFamily="49" charset="0"/>
              </a:rPr>
              <a:t>.</a:t>
            </a:r>
            <a:r>
              <a:rPr lang="en-US" b="0" dirty="0" err="1">
                <a:solidFill>
                  <a:srgbClr val="795E26"/>
                </a:solidFill>
                <a:effectLst/>
                <a:latin typeface="Menlo" panose="020B0609030804020204" pitchFamily="49" charset="0"/>
              </a:rPr>
              <a:t>AddScoped</a:t>
            </a:r>
            <a:r>
              <a:rPr lang="en-US" b="0" dirty="0">
                <a:solidFill>
                  <a:srgbClr val="000000"/>
                </a:solidFill>
                <a:effectLst/>
                <a:latin typeface="Menlo" panose="020B0609030804020204" pitchFamily="49" charset="0"/>
              </a:rPr>
              <a:t>&lt;</a:t>
            </a:r>
            <a:r>
              <a:rPr lang="en-US" b="0" dirty="0" err="1">
                <a:solidFill>
                  <a:srgbClr val="267F99"/>
                </a:solidFill>
                <a:effectLst/>
                <a:latin typeface="Menlo" panose="020B0609030804020204" pitchFamily="49" charset="0"/>
              </a:rPr>
              <a:t>TenantMiddleware</a:t>
            </a:r>
            <a:r>
              <a:rPr lang="en-US" b="0" dirty="0">
                <a:solidFill>
                  <a:srgbClr val="000000"/>
                </a:solidFill>
                <a:effectLst/>
                <a:latin typeface="Menlo" panose="020B0609030804020204" pitchFamily="49" charset="0"/>
              </a:rPr>
              <a:t>&gt;();</a:t>
            </a:r>
          </a:p>
        </p:txBody>
      </p:sp>
    </p:spTree>
    <p:extLst>
      <p:ext uri="{BB962C8B-B14F-4D97-AF65-F5344CB8AC3E}">
        <p14:creationId xmlns:p14="http://schemas.microsoft.com/office/powerpoint/2010/main" val="31041301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95935-42BB-A6CC-336A-DB957E372A0E}"/>
              </a:ext>
            </a:extLst>
          </p:cNvPr>
          <p:cNvSpPr>
            <a:spLocks noGrp="1"/>
          </p:cNvSpPr>
          <p:nvPr>
            <p:ph type="title"/>
          </p:nvPr>
        </p:nvSpPr>
        <p:spPr/>
        <p:txBody>
          <a:bodyPr/>
          <a:lstStyle/>
          <a:p>
            <a:r>
              <a:rPr lang="en-US" dirty="0"/>
              <a:t>Reflecting a Tenant</a:t>
            </a:r>
          </a:p>
        </p:txBody>
      </p:sp>
      <p:sp>
        <p:nvSpPr>
          <p:cNvPr id="3" name="Text Placeholder 2">
            <a:extLst>
              <a:ext uri="{FF2B5EF4-FFF2-40B4-BE49-F238E27FC236}">
                <a16:creationId xmlns:a16="http://schemas.microsoft.com/office/drawing/2014/main" id="{B20E6EC7-512E-CFAA-5D71-2782A19E5E0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580948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81672-683E-159B-BEDB-033408796D5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7D25BB7-EE0E-30CE-8BCF-E3FDF7838A07}"/>
              </a:ext>
            </a:extLst>
          </p:cNvPr>
          <p:cNvSpPr>
            <a:spLocks noGrp="1"/>
          </p:cNvSpPr>
          <p:nvPr>
            <p:ph type="title"/>
          </p:nvPr>
        </p:nvSpPr>
        <p:spPr/>
        <p:txBody>
          <a:bodyPr/>
          <a:lstStyle/>
          <a:p>
            <a:r>
              <a:rPr lang="en-US" dirty="0"/>
              <a:t>Reflecting a tenant – </a:t>
            </a:r>
            <a:r>
              <a:rPr lang="en-US" dirty="0" err="1"/>
              <a:t>Tenant.cs</a:t>
            </a:r>
            <a:endParaRPr lang="en-US" dirty="0"/>
          </a:p>
        </p:txBody>
      </p:sp>
      <p:sp>
        <p:nvSpPr>
          <p:cNvPr id="4" name="TextBox 3">
            <a:extLst>
              <a:ext uri="{FF2B5EF4-FFF2-40B4-BE49-F238E27FC236}">
                <a16:creationId xmlns:a16="http://schemas.microsoft.com/office/drawing/2014/main" id="{8902B53C-4304-7F38-6CD7-5D24A0B67C3A}"/>
              </a:ext>
            </a:extLst>
          </p:cNvPr>
          <p:cNvSpPr txBox="1"/>
          <p:nvPr/>
        </p:nvSpPr>
        <p:spPr>
          <a:xfrm>
            <a:off x="1032000" y="1700748"/>
            <a:ext cx="7193604" cy="2031325"/>
          </a:xfrm>
          <a:prstGeom prst="rect">
            <a:avLst/>
          </a:prstGeom>
          <a:noFill/>
        </p:spPr>
        <p:txBody>
          <a:bodyPr wrap="square">
            <a:spAutoFit/>
          </a:bodyPr>
          <a:lstStyle/>
          <a:p>
            <a:pPr>
              <a:buNone/>
            </a:pPr>
            <a:r>
              <a:rPr lang="en-US" b="0" dirty="0">
                <a:solidFill>
                  <a:srgbClr val="0000FF"/>
                </a:solidFill>
                <a:effectLst/>
                <a:latin typeface="Menlo" panose="020B0609030804020204" pitchFamily="49" charset="0"/>
              </a:rPr>
              <a:t>public</a:t>
            </a:r>
            <a:r>
              <a:rPr lang="en-US" b="0" dirty="0">
                <a:solidFill>
                  <a:srgbClr val="000000"/>
                </a:solidFill>
                <a:effectLst/>
                <a:latin typeface="Menlo" panose="020B0609030804020204" pitchFamily="49" charset="0"/>
              </a:rPr>
              <a:t> </a:t>
            </a:r>
            <a:r>
              <a:rPr lang="en-US" b="0" dirty="0">
                <a:solidFill>
                  <a:srgbClr val="0000FF"/>
                </a:solidFill>
                <a:effectLst/>
                <a:latin typeface="Menlo" panose="020B0609030804020204" pitchFamily="49" charset="0"/>
              </a:rPr>
              <a:t>class</a:t>
            </a:r>
            <a:r>
              <a:rPr lang="en-US" b="0" dirty="0">
                <a:solidFill>
                  <a:srgbClr val="000000"/>
                </a:solidFill>
                <a:effectLst/>
                <a:latin typeface="Menlo" panose="020B0609030804020204" pitchFamily="49" charset="0"/>
              </a:rPr>
              <a:t> </a:t>
            </a:r>
            <a:r>
              <a:rPr lang="en-US" b="0" dirty="0">
                <a:solidFill>
                  <a:srgbClr val="267F99"/>
                </a:solidFill>
                <a:effectLst/>
                <a:latin typeface="Menlo" panose="020B0609030804020204" pitchFamily="49" charset="0"/>
              </a:rPr>
              <a:t>Tenant</a:t>
            </a:r>
            <a:endParaRPr lang="en-US" b="0" dirty="0">
              <a:solidFill>
                <a:srgbClr val="000000"/>
              </a:solidFill>
              <a:effectLst/>
              <a:latin typeface="Menlo" panose="020B0609030804020204" pitchFamily="49" charset="0"/>
            </a:endParaRPr>
          </a:p>
          <a:p>
            <a:pPr>
              <a:buNone/>
            </a:pPr>
            <a:r>
              <a:rPr lang="en-US" b="0" dirty="0">
                <a:solidFill>
                  <a:srgbClr val="000000"/>
                </a:solidFill>
                <a:effectLst/>
                <a:latin typeface="Menlo" panose="020B0609030804020204" pitchFamily="49" charset="0"/>
              </a:rPr>
              <a:t>{</a:t>
            </a:r>
          </a:p>
          <a:p>
            <a:pPr lvl="1"/>
            <a:r>
              <a:rPr lang="en-US" b="0" dirty="0">
                <a:solidFill>
                  <a:srgbClr val="0000FF"/>
                </a:solidFill>
                <a:effectLst/>
                <a:latin typeface="Menlo" panose="020B0609030804020204" pitchFamily="49" charset="0"/>
              </a:rPr>
              <a:t>public</a:t>
            </a:r>
            <a:r>
              <a:rPr lang="en-US" b="0" dirty="0">
                <a:solidFill>
                  <a:srgbClr val="000000"/>
                </a:solidFill>
                <a:effectLst/>
                <a:latin typeface="Menlo" panose="020B0609030804020204" pitchFamily="49" charset="0"/>
              </a:rPr>
              <a:t> </a:t>
            </a:r>
            <a:r>
              <a:rPr lang="en-US" b="0" dirty="0">
                <a:solidFill>
                  <a:srgbClr val="0000FF"/>
                </a:solidFill>
                <a:effectLst/>
                <a:latin typeface="Menlo" panose="020B0609030804020204" pitchFamily="49" charset="0"/>
              </a:rPr>
              <a:t>string</a:t>
            </a:r>
            <a:r>
              <a:rPr lang="en-US" b="0" dirty="0">
                <a:solidFill>
                  <a:srgbClr val="000000"/>
                </a:solidFill>
                <a:effectLst/>
                <a:latin typeface="Menlo" panose="020B0609030804020204" pitchFamily="49" charset="0"/>
              </a:rPr>
              <a:t> </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 { </a:t>
            </a:r>
            <a:r>
              <a:rPr lang="en-US" b="0" dirty="0">
                <a:solidFill>
                  <a:srgbClr val="0000FF"/>
                </a:solidFill>
                <a:effectLst/>
                <a:latin typeface="Menlo" panose="020B0609030804020204" pitchFamily="49" charset="0"/>
              </a:rPr>
              <a:t>get</a:t>
            </a:r>
            <a:r>
              <a:rPr lang="en-US" b="0" dirty="0">
                <a:solidFill>
                  <a:srgbClr val="000000"/>
                </a:solidFill>
                <a:effectLst/>
                <a:latin typeface="Menlo" panose="020B0609030804020204" pitchFamily="49" charset="0"/>
              </a:rPr>
              <a:t>; </a:t>
            </a:r>
            <a:r>
              <a:rPr lang="en-US" b="0" dirty="0">
                <a:solidFill>
                  <a:srgbClr val="0000FF"/>
                </a:solidFill>
                <a:effectLst/>
                <a:latin typeface="Menlo" panose="020B0609030804020204" pitchFamily="49" charset="0"/>
              </a:rPr>
              <a:t>set</a:t>
            </a:r>
            <a:r>
              <a:rPr lang="en-US" b="0" dirty="0">
                <a:solidFill>
                  <a:srgbClr val="000000"/>
                </a:solidFill>
                <a:effectLst/>
                <a:latin typeface="Menlo" panose="020B0609030804020204" pitchFamily="49" charset="0"/>
              </a:rPr>
              <a:t>; }</a:t>
            </a:r>
          </a:p>
          <a:p>
            <a:pPr lvl="1"/>
            <a:r>
              <a:rPr lang="en-US" b="0" dirty="0">
                <a:solidFill>
                  <a:srgbClr val="0000FF"/>
                </a:solidFill>
                <a:effectLst/>
                <a:latin typeface="Menlo" panose="020B0609030804020204" pitchFamily="49" charset="0"/>
              </a:rPr>
              <a:t>public</a:t>
            </a:r>
            <a:r>
              <a:rPr lang="en-US" b="0" dirty="0">
                <a:solidFill>
                  <a:srgbClr val="000000"/>
                </a:solidFill>
                <a:effectLst/>
                <a:latin typeface="Menlo" panose="020B0609030804020204" pitchFamily="49" charset="0"/>
              </a:rPr>
              <a:t> </a:t>
            </a:r>
            <a:r>
              <a:rPr lang="en-US" b="0" dirty="0">
                <a:solidFill>
                  <a:srgbClr val="0000FF"/>
                </a:solidFill>
                <a:effectLst/>
                <a:latin typeface="Menlo" panose="020B0609030804020204" pitchFamily="49" charset="0"/>
              </a:rPr>
              <a:t>string</a:t>
            </a:r>
            <a:r>
              <a:rPr lang="en-US" b="0" dirty="0">
                <a:solidFill>
                  <a:srgbClr val="000000"/>
                </a:solidFill>
                <a:effectLst/>
                <a:latin typeface="Menlo" panose="020B0609030804020204" pitchFamily="49" charset="0"/>
              </a:rPr>
              <a:t> </a:t>
            </a:r>
            <a:r>
              <a:rPr lang="en-US" b="0" dirty="0">
                <a:solidFill>
                  <a:srgbClr val="001080"/>
                </a:solidFill>
                <a:effectLst/>
                <a:latin typeface="Menlo" panose="020B0609030804020204" pitchFamily="49" charset="0"/>
              </a:rPr>
              <a:t>Name</a:t>
            </a:r>
            <a:r>
              <a:rPr lang="en-US" b="0" dirty="0">
                <a:solidFill>
                  <a:srgbClr val="000000"/>
                </a:solidFill>
                <a:effectLst/>
                <a:latin typeface="Menlo" panose="020B0609030804020204" pitchFamily="49" charset="0"/>
              </a:rPr>
              <a:t> { </a:t>
            </a:r>
            <a:r>
              <a:rPr lang="en-US" b="0" dirty="0">
                <a:solidFill>
                  <a:srgbClr val="0000FF"/>
                </a:solidFill>
                <a:effectLst/>
                <a:latin typeface="Menlo" panose="020B0609030804020204" pitchFamily="49" charset="0"/>
              </a:rPr>
              <a:t>get</a:t>
            </a:r>
            <a:r>
              <a:rPr lang="en-US" b="0" dirty="0">
                <a:solidFill>
                  <a:srgbClr val="000000"/>
                </a:solidFill>
                <a:effectLst/>
                <a:latin typeface="Menlo" panose="020B0609030804020204" pitchFamily="49" charset="0"/>
              </a:rPr>
              <a:t>; </a:t>
            </a:r>
            <a:r>
              <a:rPr lang="en-US" b="0" dirty="0">
                <a:solidFill>
                  <a:srgbClr val="0000FF"/>
                </a:solidFill>
                <a:effectLst/>
                <a:latin typeface="Menlo" panose="020B0609030804020204" pitchFamily="49" charset="0"/>
              </a:rPr>
              <a:t>set</a:t>
            </a:r>
            <a:r>
              <a:rPr lang="en-US" b="0" dirty="0">
                <a:solidFill>
                  <a:srgbClr val="000000"/>
                </a:solidFill>
                <a:effectLst/>
                <a:latin typeface="Menlo" panose="020B0609030804020204" pitchFamily="49" charset="0"/>
              </a:rPr>
              <a:t>; }</a:t>
            </a:r>
          </a:p>
          <a:p>
            <a:pPr lvl="1"/>
            <a:r>
              <a:rPr lang="en-US" b="0" dirty="0">
                <a:solidFill>
                  <a:srgbClr val="0000FF"/>
                </a:solidFill>
                <a:effectLst/>
                <a:latin typeface="Menlo" panose="020B0609030804020204" pitchFamily="49" charset="0"/>
              </a:rPr>
              <a:t>public</a:t>
            </a:r>
            <a:r>
              <a:rPr lang="en-US" b="0" dirty="0">
                <a:solidFill>
                  <a:srgbClr val="000000"/>
                </a:solidFill>
                <a:effectLst/>
                <a:latin typeface="Menlo" panose="020B0609030804020204" pitchFamily="49" charset="0"/>
              </a:rPr>
              <a:t> </a:t>
            </a:r>
            <a:r>
              <a:rPr lang="en-US" b="0" dirty="0">
                <a:solidFill>
                  <a:srgbClr val="0000FF"/>
                </a:solidFill>
                <a:effectLst/>
                <a:latin typeface="Menlo" panose="020B0609030804020204" pitchFamily="49" charset="0"/>
              </a:rPr>
              <a:t>string</a:t>
            </a:r>
            <a:r>
              <a:rPr lang="en-US" b="0" dirty="0">
                <a:solidFill>
                  <a:srgbClr val="000000"/>
                </a:solidFill>
                <a:effectLst/>
                <a:latin typeface="Menlo" panose="020B0609030804020204" pitchFamily="49" charset="0"/>
              </a:rPr>
              <a:t> </a:t>
            </a:r>
            <a:r>
              <a:rPr lang="en-US" b="0" dirty="0">
                <a:solidFill>
                  <a:srgbClr val="001080"/>
                </a:solidFill>
                <a:effectLst/>
                <a:latin typeface="Menlo" panose="020B0609030804020204" pitchFamily="49" charset="0"/>
              </a:rPr>
              <a:t>Color</a:t>
            </a:r>
            <a:r>
              <a:rPr lang="en-US" b="0" dirty="0">
                <a:solidFill>
                  <a:srgbClr val="000000"/>
                </a:solidFill>
                <a:effectLst/>
                <a:latin typeface="Menlo" panose="020B0609030804020204" pitchFamily="49" charset="0"/>
              </a:rPr>
              <a:t> { </a:t>
            </a:r>
            <a:r>
              <a:rPr lang="en-US" b="0" dirty="0">
                <a:solidFill>
                  <a:srgbClr val="0000FF"/>
                </a:solidFill>
                <a:effectLst/>
                <a:latin typeface="Menlo" panose="020B0609030804020204" pitchFamily="49" charset="0"/>
              </a:rPr>
              <a:t>get</a:t>
            </a:r>
            <a:r>
              <a:rPr lang="en-US" b="0" dirty="0">
                <a:solidFill>
                  <a:srgbClr val="000000"/>
                </a:solidFill>
                <a:effectLst/>
                <a:latin typeface="Menlo" panose="020B0609030804020204" pitchFamily="49" charset="0"/>
              </a:rPr>
              <a:t>; </a:t>
            </a:r>
            <a:r>
              <a:rPr lang="en-US" b="0" dirty="0">
                <a:solidFill>
                  <a:srgbClr val="0000FF"/>
                </a:solidFill>
                <a:effectLst/>
                <a:latin typeface="Menlo" panose="020B0609030804020204" pitchFamily="49" charset="0"/>
              </a:rPr>
              <a:t>set</a:t>
            </a:r>
            <a:r>
              <a:rPr lang="en-US" b="0" dirty="0">
                <a:solidFill>
                  <a:srgbClr val="000000"/>
                </a:solidFill>
                <a:effectLst/>
                <a:latin typeface="Menlo" panose="020B0609030804020204" pitchFamily="49" charset="0"/>
              </a:rPr>
              <a:t>; }</a:t>
            </a:r>
          </a:p>
          <a:p>
            <a:pPr lvl="1"/>
            <a:r>
              <a:rPr lang="en-US" b="0" dirty="0">
                <a:solidFill>
                  <a:srgbClr val="0000FF"/>
                </a:solidFill>
                <a:effectLst/>
                <a:latin typeface="Menlo" panose="020B0609030804020204" pitchFamily="49" charset="0"/>
              </a:rPr>
              <a:t>public</a:t>
            </a:r>
            <a:r>
              <a:rPr lang="en-US" b="0" dirty="0">
                <a:solidFill>
                  <a:srgbClr val="000000"/>
                </a:solidFill>
                <a:effectLst/>
                <a:latin typeface="Menlo" panose="020B0609030804020204" pitchFamily="49" charset="0"/>
              </a:rPr>
              <a:t> </a:t>
            </a:r>
            <a:r>
              <a:rPr lang="en-US" b="0" dirty="0">
                <a:solidFill>
                  <a:srgbClr val="0000FF"/>
                </a:solidFill>
                <a:effectLst/>
                <a:latin typeface="Menlo" panose="020B0609030804020204" pitchFamily="49" charset="0"/>
              </a:rPr>
              <a:t>string</a:t>
            </a:r>
            <a:r>
              <a:rPr lang="en-US" b="0" dirty="0">
                <a:solidFill>
                  <a:srgbClr val="000000"/>
                </a:solidFill>
                <a:effectLst/>
                <a:latin typeface="Menlo" panose="020B0609030804020204" pitchFamily="49" charset="0"/>
              </a:rPr>
              <a:t> </a:t>
            </a:r>
            <a:r>
              <a:rPr lang="en-US" b="0" dirty="0" err="1">
                <a:solidFill>
                  <a:srgbClr val="001080"/>
                </a:solidFill>
                <a:effectLst/>
                <a:latin typeface="Menlo" panose="020B0609030804020204" pitchFamily="49" charset="0"/>
              </a:rPr>
              <a:t>CityImage</a:t>
            </a:r>
            <a:r>
              <a:rPr lang="en-US" b="0" dirty="0">
                <a:solidFill>
                  <a:srgbClr val="000000"/>
                </a:solidFill>
                <a:effectLst/>
                <a:latin typeface="Menlo" panose="020B0609030804020204" pitchFamily="49" charset="0"/>
              </a:rPr>
              <a:t> { </a:t>
            </a:r>
            <a:r>
              <a:rPr lang="en-US" b="0" dirty="0">
                <a:solidFill>
                  <a:srgbClr val="0000FF"/>
                </a:solidFill>
                <a:effectLst/>
                <a:latin typeface="Menlo" panose="020B0609030804020204" pitchFamily="49" charset="0"/>
              </a:rPr>
              <a:t>get</a:t>
            </a:r>
            <a:r>
              <a:rPr lang="en-US" b="0" dirty="0">
                <a:solidFill>
                  <a:srgbClr val="000000"/>
                </a:solidFill>
                <a:effectLst/>
                <a:latin typeface="Menlo" panose="020B0609030804020204" pitchFamily="49" charset="0"/>
              </a:rPr>
              <a:t>; </a:t>
            </a:r>
            <a:r>
              <a:rPr lang="en-US" b="0" dirty="0">
                <a:solidFill>
                  <a:srgbClr val="0000FF"/>
                </a:solidFill>
                <a:effectLst/>
                <a:latin typeface="Menlo" panose="020B0609030804020204" pitchFamily="49" charset="0"/>
              </a:rPr>
              <a:t>set</a:t>
            </a:r>
            <a:r>
              <a:rPr lang="en-US" b="0" dirty="0">
                <a:solidFill>
                  <a:srgbClr val="000000"/>
                </a:solidFill>
                <a:effectLst/>
                <a:latin typeface="Menlo" panose="020B0609030804020204" pitchFamily="49" charset="0"/>
              </a:rPr>
              <a:t>; }</a:t>
            </a:r>
          </a:p>
          <a:p>
            <a:pPr>
              <a:buNone/>
            </a:pPr>
            <a:r>
              <a:rPr lang="en-US" b="0" dirty="0">
                <a:solidFill>
                  <a:srgbClr val="000000"/>
                </a:solidFill>
                <a:effectLst/>
                <a:latin typeface="Menlo" panose="020B0609030804020204" pitchFamily="49" charset="0"/>
              </a:rPr>
              <a:t>}</a:t>
            </a:r>
          </a:p>
        </p:txBody>
      </p:sp>
    </p:spTree>
    <p:extLst>
      <p:ext uri="{BB962C8B-B14F-4D97-AF65-F5344CB8AC3E}">
        <p14:creationId xmlns:p14="http://schemas.microsoft.com/office/powerpoint/2010/main" val="36524251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27BDA-C17E-B12A-42DA-51B4FB135F5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AC93CDC-BC49-42B5-8DE3-DE4F5B650B82}"/>
              </a:ext>
            </a:extLst>
          </p:cNvPr>
          <p:cNvSpPr>
            <a:spLocks noGrp="1"/>
          </p:cNvSpPr>
          <p:nvPr>
            <p:ph type="title"/>
          </p:nvPr>
        </p:nvSpPr>
        <p:spPr/>
        <p:txBody>
          <a:bodyPr/>
          <a:lstStyle/>
          <a:p>
            <a:r>
              <a:rPr lang="en-US" dirty="0"/>
              <a:t>Reflecting a tenant – </a:t>
            </a:r>
            <a:r>
              <a:rPr lang="en-US" dirty="0" err="1"/>
              <a:t>appsettings.json</a:t>
            </a:r>
            <a:endParaRPr lang="en-US" dirty="0"/>
          </a:p>
        </p:txBody>
      </p:sp>
      <p:sp>
        <p:nvSpPr>
          <p:cNvPr id="5" name="TextBox 4">
            <a:extLst>
              <a:ext uri="{FF2B5EF4-FFF2-40B4-BE49-F238E27FC236}">
                <a16:creationId xmlns:a16="http://schemas.microsoft.com/office/drawing/2014/main" id="{A5799D66-7755-A92B-EA8F-A6B7DC0E0A61}"/>
              </a:ext>
            </a:extLst>
          </p:cNvPr>
          <p:cNvSpPr txBox="1"/>
          <p:nvPr/>
        </p:nvSpPr>
        <p:spPr>
          <a:xfrm>
            <a:off x="114299" y="1750980"/>
            <a:ext cx="15770969" cy="4524315"/>
          </a:xfrm>
          <a:prstGeom prst="rect">
            <a:avLst/>
          </a:prstGeom>
          <a:noFill/>
        </p:spPr>
        <p:txBody>
          <a:bodyPr wrap="square">
            <a:spAutoFit/>
          </a:bodyPr>
          <a:lstStyle/>
          <a:p>
            <a:pPr>
              <a:buNone/>
            </a:pPr>
            <a:r>
              <a:rPr lang="en-US" b="0" dirty="0">
                <a:solidFill>
                  <a:srgbClr val="0451A5"/>
                </a:solidFill>
                <a:effectLst/>
                <a:latin typeface="Menlo" panose="020B0609030804020204" pitchFamily="49" charset="0"/>
              </a:rPr>
              <a:t>"</a:t>
            </a:r>
            <a:r>
              <a:rPr lang="en-US" b="0" dirty="0" err="1">
                <a:solidFill>
                  <a:srgbClr val="0451A5"/>
                </a:solidFill>
                <a:effectLst/>
                <a:latin typeface="Menlo" panose="020B0609030804020204" pitchFamily="49" charset="0"/>
              </a:rPr>
              <a:t>AvailableTenants</a:t>
            </a: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a:t>
            </a:r>
          </a:p>
          <a:p>
            <a:pPr lvl="1"/>
            <a:r>
              <a:rPr lang="en-US" b="0" dirty="0">
                <a:solidFill>
                  <a:srgbClr val="0451A5"/>
                </a:solidFill>
                <a:effectLst/>
                <a:latin typeface="Menlo" panose="020B0609030804020204" pitchFamily="49" charset="0"/>
              </a:rPr>
              <a:t>"Tenants"</a:t>
            </a:r>
            <a:r>
              <a:rPr lang="en-US" b="0" dirty="0">
                <a:solidFill>
                  <a:srgbClr val="000000"/>
                </a:solidFill>
                <a:effectLst/>
                <a:latin typeface="Menlo" panose="020B0609030804020204" pitchFamily="49" charset="0"/>
              </a:rPr>
              <a:t>: [</a:t>
            </a:r>
          </a:p>
          <a:p>
            <a:pPr lvl="2"/>
            <a:r>
              <a:rPr lang="en-US" b="0" dirty="0">
                <a:solidFill>
                  <a:srgbClr val="000000"/>
                </a:solidFill>
                <a:effectLst/>
                <a:latin typeface="Menlo" panose="020B0609030804020204" pitchFamily="49" charset="0"/>
              </a:rPr>
              <a:t>{</a:t>
            </a:r>
          </a:p>
          <a:p>
            <a:pPr lvl="3"/>
            <a:r>
              <a:rPr lang="en-US" b="0" dirty="0">
                <a:solidFill>
                  <a:srgbClr val="0451A5"/>
                </a:solidFill>
                <a:effectLst/>
                <a:latin typeface="Menlo" panose="020B0609030804020204" pitchFamily="49" charset="0"/>
              </a:rPr>
              <a:t>"Id"</a:t>
            </a:r>
            <a:r>
              <a:rPr lang="en-US" b="0" dirty="0">
                <a:solidFill>
                  <a:srgbClr val="000000"/>
                </a:solidFill>
                <a:effectLst/>
                <a:latin typeface="Menlo" panose="020B0609030804020204" pitchFamily="49" charset="0"/>
              </a:rPr>
              <a:t>: </a:t>
            </a:r>
            <a:r>
              <a:rPr lang="en-US" b="0" dirty="0">
                <a:solidFill>
                  <a:srgbClr val="A31515"/>
                </a:solidFill>
                <a:effectLst/>
                <a:latin typeface="Menlo" panose="020B0609030804020204" pitchFamily="49" charset="0"/>
              </a:rPr>
              <a:t>"pallet-town"</a:t>
            </a:r>
            <a:r>
              <a:rPr lang="en-US" b="0" dirty="0">
                <a:solidFill>
                  <a:srgbClr val="000000"/>
                </a:solidFill>
                <a:effectLst/>
                <a:latin typeface="Menlo" panose="020B0609030804020204" pitchFamily="49" charset="0"/>
              </a:rPr>
              <a:t>,</a:t>
            </a:r>
          </a:p>
          <a:p>
            <a:pPr lvl="3"/>
            <a:r>
              <a:rPr lang="en-US" b="0" dirty="0">
                <a:solidFill>
                  <a:srgbClr val="0451A5"/>
                </a:solidFill>
                <a:effectLst/>
                <a:latin typeface="Menlo" panose="020B0609030804020204" pitchFamily="49" charset="0"/>
              </a:rPr>
              <a:t>"Name"</a:t>
            </a:r>
            <a:r>
              <a:rPr lang="en-US" b="0" dirty="0">
                <a:solidFill>
                  <a:srgbClr val="000000"/>
                </a:solidFill>
                <a:effectLst/>
                <a:latin typeface="Menlo" panose="020B0609030804020204" pitchFamily="49" charset="0"/>
              </a:rPr>
              <a:t>: </a:t>
            </a:r>
            <a:r>
              <a:rPr lang="en-US" b="0" dirty="0">
                <a:solidFill>
                  <a:srgbClr val="A31515"/>
                </a:solidFill>
                <a:effectLst/>
                <a:latin typeface="Menlo" panose="020B0609030804020204" pitchFamily="49" charset="0"/>
              </a:rPr>
              <a:t>"Pallet Town"</a:t>
            </a:r>
            <a:r>
              <a:rPr lang="en-US" b="0" dirty="0">
                <a:solidFill>
                  <a:srgbClr val="000000"/>
                </a:solidFill>
                <a:effectLst/>
                <a:latin typeface="Menlo" panose="020B0609030804020204" pitchFamily="49" charset="0"/>
              </a:rPr>
              <a:t>,</a:t>
            </a:r>
          </a:p>
          <a:p>
            <a:pPr lvl="3"/>
            <a:r>
              <a:rPr lang="en-US" b="0" dirty="0">
                <a:solidFill>
                  <a:srgbClr val="0451A5"/>
                </a:solidFill>
                <a:effectLst/>
                <a:latin typeface="Menlo" panose="020B0609030804020204" pitchFamily="49" charset="0"/>
              </a:rPr>
              <a:t>"Color"</a:t>
            </a:r>
            <a:r>
              <a:rPr lang="en-US" b="0" dirty="0">
                <a:solidFill>
                  <a:srgbClr val="000000"/>
                </a:solidFill>
                <a:effectLst/>
                <a:latin typeface="Menlo" panose="020B0609030804020204" pitchFamily="49" charset="0"/>
              </a:rPr>
              <a:t>: </a:t>
            </a:r>
            <a:r>
              <a:rPr lang="en-US" b="0" dirty="0">
                <a:solidFill>
                  <a:srgbClr val="A31515"/>
                </a:solidFill>
                <a:effectLst/>
                <a:latin typeface="Menlo" panose="020B0609030804020204" pitchFamily="49" charset="0"/>
              </a:rPr>
              <a:t>"#1a8a78"</a:t>
            </a:r>
            <a:r>
              <a:rPr lang="en-US" b="0" dirty="0">
                <a:solidFill>
                  <a:srgbClr val="000000"/>
                </a:solidFill>
                <a:effectLst/>
                <a:latin typeface="Menlo" panose="020B0609030804020204" pitchFamily="49" charset="0"/>
              </a:rPr>
              <a:t>,</a:t>
            </a:r>
          </a:p>
          <a:p>
            <a:pPr lvl="3"/>
            <a:r>
              <a:rPr lang="en-US" b="0" dirty="0">
                <a:solidFill>
                  <a:srgbClr val="0451A5"/>
                </a:solidFill>
                <a:effectLst/>
                <a:latin typeface="Menlo" panose="020B0609030804020204" pitchFamily="49" charset="0"/>
              </a:rPr>
              <a:t>"</a:t>
            </a:r>
            <a:r>
              <a:rPr lang="en-US" b="0" dirty="0" err="1">
                <a:solidFill>
                  <a:srgbClr val="0451A5"/>
                </a:solidFill>
                <a:effectLst/>
                <a:latin typeface="Menlo" panose="020B0609030804020204" pitchFamily="49" charset="0"/>
              </a:rPr>
              <a:t>CityImage</a:t>
            </a: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a:t>
            </a:r>
            <a:r>
              <a:rPr lang="en-US" b="0" dirty="0">
                <a:solidFill>
                  <a:srgbClr val="A31515"/>
                </a:solidFill>
                <a:effectLst/>
                <a:latin typeface="Menlo" panose="020B0609030804020204" pitchFamily="49" charset="0"/>
              </a:rPr>
              <a:t>"https://</a:t>
            </a:r>
            <a:r>
              <a:rPr lang="en-US" b="0" dirty="0" err="1">
                <a:solidFill>
                  <a:srgbClr val="A31515"/>
                </a:solidFill>
                <a:effectLst/>
                <a:latin typeface="Menlo" panose="020B0609030804020204" pitchFamily="49" charset="0"/>
              </a:rPr>
              <a:t>archives.bulbagarden.net</a:t>
            </a:r>
            <a:r>
              <a:rPr lang="en-US" b="0" dirty="0">
                <a:solidFill>
                  <a:srgbClr val="A31515"/>
                </a:solidFill>
                <a:effectLst/>
                <a:latin typeface="Menlo" panose="020B0609030804020204" pitchFamily="49" charset="0"/>
              </a:rPr>
              <a:t>/media/upload/7/77/</a:t>
            </a:r>
            <a:r>
              <a:rPr lang="en-US" b="0" dirty="0" err="1">
                <a:solidFill>
                  <a:srgbClr val="A31515"/>
                </a:solidFill>
                <a:effectLst/>
                <a:latin typeface="Menlo" panose="020B0609030804020204" pitchFamily="49" charset="0"/>
              </a:rPr>
              <a:t>Pallet_Town_FRLG.png</a:t>
            </a:r>
            <a:r>
              <a:rPr lang="en-US" b="0" dirty="0">
                <a:solidFill>
                  <a:srgbClr val="A31515"/>
                </a:solidFill>
                <a:effectLst/>
                <a:latin typeface="Menlo" panose="020B0609030804020204" pitchFamily="49" charset="0"/>
              </a:rPr>
              <a:t>"</a:t>
            </a:r>
            <a:endParaRPr lang="en-US" b="0" dirty="0">
              <a:solidFill>
                <a:srgbClr val="000000"/>
              </a:solidFill>
              <a:effectLst/>
              <a:latin typeface="Menlo" panose="020B0609030804020204" pitchFamily="49" charset="0"/>
            </a:endParaRPr>
          </a:p>
          <a:p>
            <a:pPr lvl="3"/>
            <a:r>
              <a:rPr lang="en-US" b="0" dirty="0">
                <a:solidFill>
                  <a:srgbClr val="000000"/>
                </a:solidFill>
                <a:effectLst/>
                <a:latin typeface="Menlo" panose="020B0609030804020204" pitchFamily="49" charset="0"/>
              </a:rPr>
              <a:t>},</a:t>
            </a:r>
          </a:p>
          <a:p>
            <a:pPr lvl="2"/>
            <a:r>
              <a:rPr lang="en-US" b="0" dirty="0">
                <a:solidFill>
                  <a:srgbClr val="000000"/>
                </a:solidFill>
                <a:effectLst/>
                <a:latin typeface="Menlo" panose="020B0609030804020204" pitchFamily="49" charset="0"/>
              </a:rPr>
              <a:t>{</a:t>
            </a:r>
          </a:p>
          <a:p>
            <a:pPr lvl="3"/>
            <a:r>
              <a:rPr lang="en-US" b="0" dirty="0">
                <a:solidFill>
                  <a:srgbClr val="0451A5"/>
                </a:solidFill>
                <a:effectLst/>
                <a:latin typeface="Menlo" panose="020B0609030804020204" pitchFamily="49" charset="0"/>
              </a:rPr>
              <a:t>"Id"</a:t>
            </a:r>
            <a:r>
              <a:rPr lang="en-US" b="0" dirty="0">
                <a:solidFill>
                  <a:srgbClr val="000000"/>
                </a:solidFill>
                <a:effectLst/>
                <a:latin typeface="Menlo" panose="020B0609030804020204" pitchFamily="49" charset="0"/>
              </a:rPr>
              <a:t>: </a:t>
            </a:r>
            <a:r>
              <a:rPr lang="en-US" b="0" dirty="0">
                <a:solidFill>
                  <a:srgbClr val="A31515"/>
                </a:solidFill>
                <a:effectLst/>
                <a:latin typeface="Menlo" panose="020B0609030804020204" pitchFamily="49" charset="0"/>
              </a:rPr>
              <a:t>"vermillion-city"</a:t>
            </a:r>
            <a:r>
              <a:rPr lang="en-US" b="0" dirty="0">
                <a:solidFill>
                  <a:srgbClr val="000000"/>
                </a:solidFill>
                <a:effectLst/>
                <a:latin typeface="Menlo" panose="020B0609030804020204" pitchFamily="49" charset="0"/>
              </a:rPr>
              <a:t>,</a:t>
            </a:r>
          </a:p>
          <a:p>
            <a:pPr lvl="3"/>
            <a:r>
              <a:rPr lang="en-US" b="0" dirty="0">
                <a:solidFill>
                  <a:srgbClr val="0451A5"/>
                </a:solidFill>
                <a:effectLst/>
                <a:latin typeface="Menlo" panose="020B0609030804020204" pitchFamily="49" charset="0"/>
              </a:rPr>
              <a:t>"Name"</a:t>
            </a:r>
            <a:r>
              <a:rPr lang="en-US" b="0" dirty="0">
                <a:solidFill>
                  <a:srgbClr val="000000"/>
                </a:solidFill>
                <a:effectLst/>
                <a:latin typeface="Menlo" panose="020B0609030804020204" pitchFamily="49" charset="0"/>
              </a:rPr>
              <a:t>: </a:t>
            </a:r>
            <a:r>
              <a:rPr lang="en-US" b="0" dirty="0">
                <a:solidFill>
                  <a:srgbClr val="A31515"/>
                </a:solidFill>
                <a:effectLst/>
                <a:latin typeface="Menlo" panose="020B0609030804020204" pitchFamily="49" charset="0"/>
              </a:rPr>
              <a:t>"Vermillion City"</a:t>
            </a:r>
            <a:r>
              <a:rPr lang="en-US" b="0" dirty="0">
                <a:solidFill>
                  <a:srgbClr val="000000"/>
                </a:solidFill>
                <a:effectLst/>
                <a:latin typeface="Menlo" panose="020B0609030804020204" pitchFamily="49" charset="0"/>
              </a:rPr>
              <a:t>,</a:t>
            </a:r>
          </a:p>
          <a:p>
            <a:pPr lvl="3"/>
            <a:r>
              <a:rPr lang="en-US" b="0" dirty="0">
                <a:solidFill>
                  <a:srgbClr val="0451A5"/>
                </a:solidFill>
                <a:effectLst/>
                <a:latin typeface="Menlo" panose="020B0609030804020204" pitchFamily="49" charset="0"/>
              </a:rPr>
              <a:t>"Color"</a:t>
            </a:r>
            <a:r>
              <a:rPr lang="en-US" b="0" dirty="0">
                <a:solidFill>
                  <a:srgbClr val="000000"/>
                </a:solidFill>
                <a:effectLst/>
                <a:latin typeface="Menlo" panose="020B0609030804020204" pitchFamily="49" charset="0"/>
              </a:rPr>
              <a:t>: </a:t>
            </a:r>
            <a:r>
              <a:rPr lang="en-US" b="0" dirty="0">
                <a:solidFill>
                  <a:srgbClr val="A31515"/>
                </a:solidFill>
                <a:effectLst/>
                <a:latin typeface="Menlo" panose="020B0609030804020204" pitchFamily="49" charset="0"/>
              </a:rPr>
              <a:t>"#d05535"</a:t>
            </a:r>
            <a:r>
              <a:rPr lang="en-US" b="0" dirty="0">
                <a:solidFill>
                  <a:srgbClr val="000000"/>
                </a:solidFill>
                <a:effectLst/>
                <a:latin typeface="Menlo" panose="020B0609030804020204" pitchFamily="49" charset="0"/>
              </a:rPr>
              <a:t>,</a:t>
            </a:r>
          </a:p>
          <a:p>
            <a:pPr lvl="3"/>
            <a:r>
              <a:rPr lang="en-US" b="0" dirty="0">
                <a:solidFill>
                  <a:srgbClr val="0451A5"/>
                </a:solidFill>
                <a:effectLst/>
                <a:latin typeface="Menlo" panose="020B0609030804020204" pitchFamily="49" charset="0"/>
              </a:rPr>
              <a:t>"</a:t>
            </a:r>
            <a:r>
              <a:rPr lang="en-US" b="0" dirty="0" err="1">
                <a:solidFill>
                  <a:srgbClr val="0451A5"/>
                </a:solidFill>
                <a:effectLst/>
                <a:latin typeface="Menlo" panose="020B0609030804020204" pitchFamily="49" charset="0"/>
              </a:rPr>
              <a:t>CityImage</a:t>
            </a: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a:t>
            </a:r>
            <a:r>
              <a:rPr lang="en-US" b="0" dirty="0">
                <a:solidFill>
                  <a:srgbClr val="A31515"/>
                </a:solidFill>
                <a:effectLst/>
                <a:latin typeface="Menlo" panose="020B0609030804020204" pitchFamily="49" charset="0"/>
              </a:rPr>
              <a:t>"https://</a:t>
            </a:r>
            <a:r>
              <a:rPr lang="en-US" b="0" dirty="0" err="1">
                <a:solidFill>
                  <a:srgbClr val="A31515"/>
                </a:solidFill>
                <a:effectLst/>
                <a:latin typeface="Menlo" panose="020B0609030804020204" pitchFamily="49" charset="0"/>
              </a:rPr>
              <a:t>archives.bulbagarden.net</a:t>
            </a:r>
            <a:r>
              <a:rPr lang="en-US" b="0" dirty="0">
                <a:solidFill>
                  <a:srgbClr val="A31515"/>
                </a:solidFill>
                <a:effectLst/>
                <a:latin typeface="Menlo" panose="020B0609030804020204" pitchFamily="49" charset="0"/>
              </a:rPr>
              <a:t>/media/upload/8/8d/</a:t>
            </a:r>
            <a:r>
              <a:rPr lang="en-US" b="0" dirty="0" err="1">
                <a:solidFill>
                  <a:srgbClr val="A31515"/>
                </a:solidFill>
                <a:effectLst/>
                <a:latin typeface="Menlo" panose="020B0609030804020204" pitchFamily="49" charset="0"/>
              </a:rPr>
              <a:t>Vermilion_City_FRLG.png</a:t>
            </a:r>
            <a:r>
              <a:rPr lang="en-US" b="0" dirty="0">
                <a:solidFill>
                  <a:srgbClr val="A31515"/>
                </a:solidFill>
                <a:effectLst/>
                <a:latin typeface="Menlo" panose="020B0609030804020204" pitchFamily="49" charset="0"/>
              </a:rPr>
              <a:t>"</a:t>
            </a:r>
            <a:endParaRPr lang="en-US" b="0" dirty="0">
              <a:solidFill>
                <a:srgbClr val="000000"/>
              </a:solidFill>
              <a:effectLst/>
              <a:latin typeface="Menlo" panose="020B0609030804020204" pitchFamily="49" charset="0"/>
            </a:endParaRPr>
          </a:p>
          <a:p>
            <a:pPr lvl="2"/>
            <a:r>
              <a:rPr lang="en-US" b="0" dirty="0">
                <a:solidFill>
                  <a:srgbClr val="000000"/>
                </a:solidFill>
                <a:effectLst/>
                <a:latin typeface="Menlo" panose="020B0609030804020204" pitchFamily="49" charset="0"/>
              </a:rPr>
              <a:t>}</a:t>
            </a:r>
          </a:p>
          <a:p>
            <a:pPr lvl="1"/>
            <a:r>
              <a:rPr lang="en-US" b="0" dirty="0">
                <a:solidFill>
                  <a:srgbClr val="000000"/>
                </a:solidFill>
                <a:effectLst/>
                <a:latin typeface="Menlo" panose="020B0609030804020204" pitchFamily="49" charset="0"/>
              </a:rPr>
              <a:t>]</a:t>
            </a:r>
          </a:p>
          <a:p>
            <a:pPr>
              <a:buNone/>
            </a:pPr>
            <a:r>
              <a:rPr lang="en-US" b="0" dirty="0">
                <a:solidFill>
                  <a:srgbClr val="000000"/>
                </a:solidFill>
                <a:effectLst/>
                <a:latin typeface="Menlo" panose="020B0609030804020204" pitchFamily="49" charset="0"/>
              </a:rPr>
              <a:t>}</a:t>
            </a:r>
          </a:p>
        </p:txBody>
      </p:sp>
    </p:spTree>
    <p:extLst>
      <p:ext uri="{BB962C8B-B14F-4D97-AF65-F5344CB8AC3E}">
        <p14:creationId xmlns:p14="http://schemas.microsoft.com/office/powerpoint/2010/main" val="42161357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7AA1D-FCF9-6584-D033-5C441C674A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A4E7DA9-38C5-ACB8-E86A-EFE31C7F6827}"/>
              </a:ext>
            </a:extLst>
          </p:cNvPr>
          <p:cNvSpPr>
            <a:spLocks noGrp="1"/>
          </p:cNvSpPr>
          <p:nvPr>
            <p:ph type="title"/>
          </p:nvPr>
        </p:nvSpPr>
        <p:spPr/>
        <p:txBody>
          <a:bodyPr/>
          <a:lstStyle/>
          <a:p>
            <a:r>
              <a:rPr lang="en-US" dirty="0"/>
              <a:t>Reflecting a tenant – </a:t>
            </a:r>
            <a:r>
              <a:rPr lang="en-US" dirty="0" err="1"/>
              <a:t>program.cs</a:t>
            </a:r>
            <a:endParaRPr lang="en-US" dirty="0"/>
          </a:p>
        </p:txBody>
      </p:sp>
      <p:sp>
        <p:nvSpPr>
          <p:cNvPr id="7" name="TextBox 6">
            <a:extLst>
              <a:ext uri="{FF2B5EF4-FFF2-40B4-BE49-F238E27FC236}">
                <a16:creationId xmlns:a16="http://schemas.microsoft.com/office/drawing/2014/main" id="{05691C4C-FC2F-ED97-FC59-2A59BA047619}"/>
              </a:ext>
            </a:extLst>
          </p:cNvPr>
          <p:cNvSpPr txBox="1"/>
          <p:nvPr/>
        </p:nvSpPr>
        <p:spPr>
          <a:xfrm>
            <a:off x="1187161" y="2016000"/>
            <a:ext cx="7195704" cy="923330"/>
          </a:xfrm>
          <a:prstGeom prst="rect">
            <a:avLst/>
          </a:prstGeom>
          <a:noFill/>
        </p:spPr>
        <p:txBody>
          <a:bodyPr wrap="square">
            <a:spAutoFit/>
          </a:bodyPr>
          <a:lstStyle/>
          <a:p>
            <a:r>
              <a:rPr lang="en-US" dirty="0" err="1">
                <a:solidFill>
                  <a:srgbClr val="1B6600"/>
                </a:solidFill>
                <a:effectLst/>
              </a:rPr>
              <a:t>builder</a:t>
            </a:r>
            <a:r>
              <a:rPr lang="en-US" b="1" dirty="0" err="1">
                <a:solidFill>
                  <a:srgbClr val="383838"/>
                </a:solidFill>
                <a:effectLst/>
              </a:rPr>
              <a:t>.</a:t>
            </a:r>
            <a:r>
              <a:rPr lang="en-US" dirty="0" err="1">
                <a:solidFill>
                  <a:srgbClr val="248700"/>
                </a:solidFill>
                <a:effectLst/>
              </a:rPr>
              <a:t>Services</a:t>
            </a:r>
            <a:r>
              <a:rPr lang="en-US" b="1" dirty="0" err="1">
                <a:solidFill>
                  <a:srgbClr val="383838"/>
                </a:solidFill>
                <a:effectLst/>
              </a:rPr>
              <a:t>.</a:t>
            </a:r>
            <a:r>
              <a:rPr lang="en-US" dirty="0" err="1">
                <a:solidFill>
                  <a:srgbClr val="6B2FBA"/>
                </a:solidFill>
                <a:effectLst/>
              </a:rPr>
              <a:t>Configure</a:t>
            </a:r>
            <a:r>
              <a:rPr lang="en-US" dirty="0">
                <a:solidFill>
                  <a:srgbClr val="383838"/>
                </a:solidFill>
                <a:effectLst/>
              </a:rPr>
              <a:t>&lt;</a:t>
            </a:r>
            <a:r>
              <a:rPr lang="en-US" dirty="0" err="1">
                <a:solidFill>
                  <a:srgbClr val="8C6C41"/>
                </a:solidFill>
                <a:effectLst/>
              </a:rPr>
              <a:t>AvailableTenants</a:t>
            </a:r>
            <a:r>
              <a:rPr lang="en-US" dirty="0">
                <a:solidFill>
                  <a:srgbClr val="383838"/>
                </a:solidFill>
                <a:effectLst/>
              </a:rPr>
              <a:t>&gt;</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err="1">
                <a:solidFill>
                  <a:srgbClr val="1B6600"/>
                </a:solidFill>
                <a:effectLst/>
              </a:rPr>
              <a:t>builder</a:t>
            </a:r>
            <a:r>
              <a:rPr lang="en-US" b="1" dirty="0" err="1">
                <a:solidFill>
                  <a:srgbClr val="383838"/>
                </a:solidFill>
                <a:effectLst/>
              </a:rPr>
              <a:t>.</a:t>
            </a:r>
            <a:r>
              <a:rPr lang="en-US" dirty="0" err="1">
                <a:solidFill>
                  <a:srgbClr val="248700"/>
                </a:solidFill>
                <a:effectLst/>
              </a:rPr>
              <a:t>Configuration</a:t>
            </a:r>
            <a:r>
              <a:rPr lang="en-US" b="1" dirty="0" err="1">
                <a:solidFill>
                  <a:srgbClr val="383838"/>
                </a:solidFill>
                <a:effectLst/>
              </a:rPr>
              <a:t>.</a:t>
            </a:r>
            <a:r>
              <a:rPr lang="en-US" dirty="0" err="1">
                <a:solidFill>
                  <a:srgbClr val="6B2FBA"/>
                </a:solidFill>
                <a:effectLst/>
              </a:rPr>
              <a:t>GetSection</a:t>
            </a:r>
            <a:r>
              <a:rPr lang="en-US" b="1" dirty="0">
                <a:solidFill>
                  <a:srgbClr val="383838"/>
                </a:solidFill>
                <a:effectLst/>
              </a:rPr>
              <a:t>(</a:t>
            </a:r>
            <a:r>
              <a:rPr lang="en-US" dirty="0" err="1">
                <a:solidFill>
                  <a:srgbClr val="8C6C41"/>
                </a:solidFill>
                <a:effectLst/>
              </a:rPr>
              <a:t>AvailableTenants</a:t>
            </a:r>
            <a:r>
              <a:rPr lang="en-US" b="1" dirty="0" err="1">
                <a:solidFill>
                  <a:srgbClr val="383838"/>
                </a:solidFill>
                <a:effectLst/>
              </a:rPr>
              <a:t>.</a:t>
            </a:r>
            <a:r>
              <a:rPr lang="en-US" b="1" dirty="0" err="1">
                <a:solidFill>
                  <a:srgbClr val="248700"/>
                </a:solidFill>
                <a:effectLst/>
              </a:rPr>
              <a:t>SectionName</a:t>
            </a:r>
            <a:r>
              <a:rPr lang="en-US" b="1" dirty="0">
                <a:solidFill>
                  <a:srgbClr val="383838"/>
                </a:solidFill>
                <a:effectLst/>
              </a:rPr>
              <a:t>)</a:t>
            </a:r>
            <a:br>
              <a:rPr lang="en-US" b="1" dirty="0">
                <a:solidFill>
                  <a:srgbClr val="383838"/>
                </a:solidFill>
                <a:effectLst/>
              </a:rPr>
            </a:br>
            <a:r>
              <a:rPr lang="en-US" b="1" dirty="0">
                <a:solidFill>
                  <a:srgbClr val="383838"/>
                </a:solidFill>
                <a:effectLst/>
              </a:rPr>
              <a:t>);</a:t>
            </a:r>
            <a:endParaRPr lang="en-US" dirty="0">
              <a:solidFill>
                <a:srgbClr val="202020"/>
              </a:solidFill>
              <a:effectLst/>
            </a:endParaRPr>
          </a:p>
        </p:txBody>
      </p:sp>
      <p:sp>
        <p:nvSpPr>
          <p:cNvPr id="8" name="TextBox 7">
            <a:extLst>
              <a:ext uri="{FF2B5EF4-FFF2-40B4-BE49-F238E27FC236}">
                <a16:creationId xmlns:a16="http://schemas.microsoft.com/office/drawing/2014/main" id="{CE150E17-F349-ACF4-BF26-E4C4675C2850}"/>
              </a:ext>
            </a:extLst>
          </p:cNvPr>
          <p:cNvSpPr txBox="1"/>
          <p:nvPr/>
        </p:nvSpPr>
        <p:spPr>
          <a:xfrm>
            <a:off x="1187161" y="3127334"/>
            <a:ext cx="530915" cy="369332"/>
          </a:xfrm>
          <a:prstGeom prst="rect">
            <a:avLst/>
          </a:prstGeom>
          <a:noFill/>
        </p:spPr>
        <p:txBody>
          <a:bodyPr wrap="none" rtlCol="0">
            <a:spAutoFit/>
          </a:bodyPr>
          <a:lstStyle/>
          <a:p>
            <a:r>
              <a:rPr lang="en-US" dirty="0"/>
              <a:t>OR</a:t>
            </a:r>
          </a:p>
        </p:txBody>
      </p:sp>
      <p:sp>
        <p:nvSpPr>
          <p:cNvPr id="10" name="TextBox 9">
            <a:extLst>
              <a:ext uri="{FF2B5EF4-FFF2-40B4-BE49-F238E27FC236}">
                <a16:creationId xmlns:a16="http://schemas.microsoft.com/office/drawing/2014/main" id="{1B139BA1-7BFD-B57D-34F8-44C1B1A68BFB}"/>
              </a:ext>
            </a:extLst>
          </p:cNvPr>
          <p:cNvSpPr txBox="1"/>
          <p:nvPr/>
        </p:nvSpPr>
        <p:spPr>
          <a:xfrm>
            <a:off x="702685" y="3684670"/>
            <a:ext cx="10786630" cy="2031325"/>
          </a:xfrm>
          <a:prstGeom prst="rect">
            <a:avLst/>
          </a:prstGeom>
          <a:noFill/>
        </p:spPr>
        <p:txBody>
          <a:bodyPr wrap="square">
            <a:spAutoFit/>
          </a:bodyPr>
          <a:lstStyle/>
          <a:p>
            <a:r>
              <a:rPr lang="en-US" dirty="0">
                <a:solidFill>
                  <a:srgbClr val="0F54D6"/>
                </a:solidFill>
                <a:effectLst/>
              </a:rPr>
              <a:t>public class </a:t>
            </a:r>
            <a:r>
              <a:rPr lang="en-US" dirty="0" err="1">
                <a:solidFill>
                  <a:srgbClr val="8C6C41"/>
                </a:solidFill>
                <a:effectLst/>
              </a:rPr>
              <a:t>AvailableTenantsSetup</a:t>
            </a:r>
            <a:r>
              <a:rPr lang="en-US" b="1" dirty="0">
                <a:solidFill>
                  <a:srgbClr val="383838"/>
                </a:solidFill>
                <a:effectLst/>
              </a:rPr>
              <a:t>(</a:t>
            </a:r>
            <a:r>
              <a:rPr lang="en-US" dirty="0" err="1">
                <a:solidFill>
                  <a:srgbClr val="8C6C41"/>
                </a:solidFill>
                <a:effectLst/>
              </a:rPr>
              <a:t>IConfiguration</a:t>
            </a:r>
            <a:r>
              <a:rPr lang="en-US" dirty="0">
                <a:solidFill>
                  <a:srgbClr val="8C6C41"/>
                </a:solidFill>
                <a:effectLst/>
              </a:rPr>
              <a:t> </a:t>
            </a:r>
            <a:r>
              <a:rPr lang="en-US" dirty="0">
                <a:solidFill>
                  <a:srgbClr val="248700"/>
                </a:solidFill>
                <a:effectLst/>
              </a:rPr>
              <a:t>configuration</a:t>
            </a:r>
            <a:r>
              <a:rPr lang="en-US" b="1" dirty="0">
                <a:solidFill>
                  <a:srgbClr val="383838"/>
                </a:solidFill>
                <a:effectLst/>
              </a:rPr>
              <a:t>) </a:t>
            </a:r>
            <a:r>
              <a:rPr lang="en-US" dirty="0">
                <a:solidFill>
                  <a:srgbClr val="202020"/>
                </a:solidFill>
                <a:effectLst/>
              </a:rPr>
              <a:t>: </a:t>
            </a:r>
            <a:r>
              <a:rPr lang="en-US" dirty="0" err="1">
                <a:solidFill>
                  <a:srgbClr val="8C6C41"/>
                </a:solidFill>
                <a:effectLst/>
              </a:rPr>
              <a:t>IConfigureOptions</a:t>
            </a:r>
            <a:r>
              <a:rPr lang="en-US" dirty="0">
                <a:solidFill>
                  <a:srgbClr val="383838"/>
                </a:solidFill>
                <a:effectLst/>
              </a:rPr>
              <a:t>&lt;</a:t>
            </a:r>
            <a:r>
              <a:rPr lang="en-US" dirty="0" err="1">
                <a:solidFill>
                  <a:srgbClr val="8C6C41"/>
                </a:solidFill>
                <a:effectLst/>
              </a:rPr>
              <a:t>AvailableTenants</a:t>
            </a:r>
            <a:r>
              <a:rPr lang="en-US" dirty="0">
                <a:solidFill>
                  <a:srgbClr val="383838"/>
                </a:solidFill>
                <a:effectLst/>
              </a:rPr>
              <a:t>&gt;</a:t>
            </a:r>
            <a:br>
              <a:rPr lang="en-US" dirty="0">
                <a:solidFill>
                  <a:srgbClr val="383838"/>
                </a:solidFill>
                <a:effectLst/>
              </a:rPr>
            </a:b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a:solidFill>
                  <a:srgbClr val="0F54D6"/>
                </a:solidFill>
                <a:effectLst/>
              </a:rPr>
              <a:t>public void </a:t>
            </a:r>
            <a:r>
              <a:rPr lang="en-US" dirty="0">
                <a:solidFill>
                  <a:srgbClr val="6B2FBA"/>
                </a:solidFill>
                <a:effectLst/>
              </a:rPr>
              <a:t>Configure</a:t>
            </a:r>
            <a:r>
              <a:rPr lang="en-US" b="1" dirty="0">
                <a:solidFill>
                  <a:srgbClr val="383838"/>
                </a:solidFill>
                <a:effectLst/>
              </a:rPr>
              <a:t>(</a:t>
            </a:r>
            <a:r>
              <a:rPr lang="en-US" dirty="0" err="1">
                <a:solidFill>
                  <a:srgbClr val="8C6C41"/>
                </a:solidFill>
                <a:effectLst/>
              </a:rPr>
              <a:t>AvailableTenants</a:t>
            </a:r>
            <a:r>
              <a:rPr lang="en-US" dirty="0">
                <a:solidFill>
                  <a:srgbClr val="8C6C41"/>
                </a:solidFill>
                <a:effectLst/>
              </a:rPr>
              <a:t> </a:t>
            </a:r>
            <a:r>
              <a:rPr lang="en-US" dirty="0">
                <a:solidFill>
                  <a:srgbClr val="1B6600"/>
                </a:solidFill>
                <a:effectLst/>
              </a:rPr>
              <a:t>options</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br>
              <a:rPr lang="en-US" b="1" dirty="0">
                <a:solidFill>
                  <a:srgbClr val="383838"/>
                </a:solidFill>
                <a:effectLst/>
              </a:rPr>
            </a:br>
            <a:r>
              <a:rPr lang="en-US" b="1" dirty="0">
                <a:solidFill>
                  <a:srgbClr val="383838"/>
                </a:solidFill>
                <a:effectLst/>
              </a:rPr>
              <a:t>        </a:t>
            </a:r>
            <a:r>
              <a:rPr lang="en-US" dirty="0" err="1">
                <a:solidFill>
                  <a:srgbClr val="248700"/>
                </a:solidFill>
                <a:effectLst/>
              </a:rPr>
              <a:t>configuration</a:t>
            </a:r>
            <a:r>
              <a:rPr lang="en-US" b="1" dirty="0" err="1">
                <a:solidFill>
                  <a:srgbClr val="383838"/>
                </a:solidFill>
                <a:effectLst/>
              </a:rPr>
              <a:t>.</a:t>
            </a:r>
            <a:r>
              <a:rPr lang="en-US" dirty="0" err="1">
                <a:solidFill>
                  <a:srgbClr val="6B2FBA"/>
                </a:solidFill>
                <a:effectLst/>
              </a:rPr>
              <a:t>GetSection</a:t>
            </a:r>
            <a:r>
              <a:rPr lang="en-US" b="1" dirty="0">
                <a:solidFill>
                  <a:srgbClr val="383838"/>
                </a:solidFill>
                <a:effectLst/>
              </a:rPr>
              <a:t>(</a:t>
            </a:r>
            <a:r>
              <a:rPr lang="en-US" dirty="0" err="1">
                <a:solidFill>
                  <a:srgbClr val="8C6C41"/>
                </a:solidFill>
                <a:effectLst/>
              </a:rPr>
              <a:t>AvailableTenants</a:t>
            </a:r>
            <a:r>
              <a:rPr lang="en-US" b="1" dirty="0" err="1">
                <a:solidFill>
                  <a:srgbClr val="383838"/>
                </a:solidFill>
                <a:effectLst/>
              </a:rPr>
              <a:t>.</a:t>
            </a:r>
            <a:r>
              <a:rPr lang="en-US" b="1" dirty="0" err="1">
                <a:solidFill>
                  <a:srgbClr val="248700"/>
                </a:solidFill>
                <a:effectLst/>
              </a:rPr>
              <a:t>SectionName</a:t>
            </a:r>
            <a:r>
              <a:rPr lang="en-US" b="1" dirty="0">
                <a:solidFill>
                  <a:srgbClr val="383838"/>
                </a:solidFill>
                <a:effectLst/>
              </a:rPr>
              <a:t>).</a:t>
            </a:r>
            <a:r>
              <a:rPr lang="en-US" dirty="0">
                <a:solidFill>
                  <a:srgbClr val="6B2FBA"/>
                </a:solidFill>
                <a:effectLst/>
              </a:rPr>
              <a:t>Bind</a:t>
            </a:r>
            <a:r>
              <a:rPr lang="en-US" b="1" dirty="0">
                <a:solidFill>
                  <a:srgbClr val="383838"/>
                </a:solidFill>
                <a:effectLst/>
              </a:rPr>
              <a:t>(</a:t>
            </a:r>
            <a:r>
              <a:rPr lang="en-US" dirty="0">
                <a:solidFill>
                  <a:srgbClr val="1B6600"/>
                </a:solidFill>
                <a:effectLst/>
              </a:rPr>
              <a:t>options</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br>
              <a:rPr lang="en-US" b="1" dirty="0">
                <a:solidFill>
                  <a:srgbClr val="383838"/>
                </a:solidFill>
                <a:effectLst/>
              </a:rPr>
            </a:br>
            <a:r>
              <a:rPr lang="en-US" b="1" dirty="0">
                <a:solidFill>
                  <a:srgbClr val="383838"/>
                </a:solidFill>
                <a:effectLst/>
              </a:rPr>
              <a:t>}</a:t>
            </a:r>
            <a:endParaRPr lang="en-US" dirty="0">
              <a:solidFill>
                <a:srgbClr val="202020"/>
              </a:solidFill>
              <a:effectLst/>
            </a:endParaRPr>
          </a:p>
        </p:txBody>
      </p:sp>
    </p:spTree>
    <p:extLst>
      <p:ext uri="{BB962C8B-B14F-4D97-AF65-F5344CB8AC3E}">
        <p14:creationId xmlns:p14="http://schemas.microsoft.com/office/powerpoint/2010/main" val="42541593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E6CA0-CEC3-E3D8-74A3-13E0EFDB6A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DD7B31F-07C8-FF00-B1EE-4D65E711CE2E}"/>
              </a:ext>
            </a:extLst>
          </p:cNvPr>
          <p:cNvSpPr>
            <a:spLocks noGrp="1"/>
          </p:cNvSpPr>
          <p:nvPr>
            <p:ph type="title"/>
          </p:nvPr>
        </p:nvSpPr>
        <p:spPr/>
        <p:txBody>
          <a:bodyPr/>
          <a:lstStyle/>
          <a:p>
            <a:r>
              <a:rPr lang="en-US" dirty="0"/>
              <a:t>Reflecting a tenant – </a:t>
            </a:r>
            <a:r>
              <a:rPr lang="en-US" dirty="0" err="1"/>
              <a:t>TenantMiddleware.cs</a:t>
            </a:r>
            <a:endParaRPr lang="en-US" dirty="0"/>
          </a:p>
        </p:txBody>
      </p:sp>
      <p:sp>
        <p:nvSpPr>
          <p:cNvPr id="4" name="TextBox 3">
            <a:extLst>
              <a:ext uri="{FF2B5EF4-FFF2-40B4-BE49-F238E27FC236}">
                <a16:creationId xmlns:a16="http://schemas.microsoft.com/office/drawing/2014/main" id="{54270F06-FD27-4B80-DEC5-CD3C53DA1714}"/>
              </a:ext>
            </a:extLst>
          </p:cNvPr>
          <p:cNvSpPr txBox="1"/>
          <p:nvPr/>
        </p:nvSpPr>
        <p:spPr>
          <a:xfrm>
            <a:off x="162939" y="1613263"/>
            <a:ext cx="13864346" cy="3416320"/>
          </a:xfrm>
          <a:prstGeom prst="rect">
            <a:avLst/>
          </a:prstGeom>
          <a:noFill/>
        </p:spPr>
        <p:txBody>
          <a:bodyPr wrap="square">
            <a:spAutoFit/>
          </a:bodyPr>
          <a:lstStyle/>
          <a:p>
            <a:pPr>
              <a:buNone/>
            </a:pPr>
            <a:r>
              <a:rPr lang="en-US" b="0" dirty="0">
                <a:solidFill>
                  <a:srgbClr val="0000FF"/>
                </a:solidFill>
                <a:effectLst/>
                <a:latin typeface="Menlo" panose="020B0609030804020204" pitchFamily="49" charset="0"/>
              </a:rPr>
              <a:t>public</a:t>
            </a:r>
            <a:r>
              <a:rPr lang="en-US" b="0" dirty="0">
                <a:solidFill>
                  <a:srgbClr val="000000"/>
                </a:solidFill>
                <a:effectLst/>
                <a:latin typeface="Menlo" panose="020B0609030804020204" pitchFamily="49" charset="0"/>
              </a:rPr>
              <a:t> </a:t>
            </a:r>
            <a:r>
              <a:rPr lang="en-US" b="0" dirty="0">
                <a:solidFill>
                  <a:srgbClr val="267F99"/>
                </a:solidFill>
                <a:effectLst/>
                <a:latin typeface="Menlo" panose="020B0609030804020204" pitchFamily="49" charset="0"/>
              </a:rPr>
              <a:t>Task</a:t>
            </a:r>
            <a:r>
              <a:rPr lang="en-US" b="0" dirty="0">
                <a:solidFill>
                  <a:srgbClr val="000000"/>
                </a:solidFill>
                <a:effectLst/>
                <a:latin typeface="Menlo" panose="020B0609030804020204" pitchFamily="49" charset="0"/>
              </a:rPr>
              <a:t> </a:t>
            </a:r>
            <a:r>
              <a:rPr lang="en-US" b="0" dirty="0" err="1">
                <a:solidFill>
                  <a:srgbClr val="795E26"/>
                </a:solidFill>
                <a:effectLst/>
                <a:latin typeface="Menlo" panose="020B0609030804020204" pitchFamily="49" charset="0"/>
              </a:rPr>
              <a:t>InvokeAsync</a:t>
            </a:r>
            <a:r>
              <a:rPr lang="en-US" b="0" dirty="0">
                <a:solidFill>
                  <a:srgbClr val="000000"/>
                </a:solidFill>
                <a:effectLst/>
                <a:latin typeface="Menlo" panose="020B0609030804020204" pitchFamily="49" charset="0"/>
              </a:rPr>
              <a:t>(</a:t>
            </a:r>
            <a:r>
              <a:rPr lang="en-US" b="0" dirty="0" err="1">
                <a:solidFill>
                  <a:srgbClr val="267F99"/>
                </a:solidFill>
                <a:effectLst/>
                <a:latin typeface="Menlo" panose="020B0609030804020204" pitchFamily="49" charset="0"/>
              </a:rPr>
              <a:t>HttpContext</a:t>
            </a:r>
            <a:r>
              <a:rPr lang="en-US" b="0" dirty="0">
                <a:solidFill>
                  <a:srgbClr val="000000"/>
                </a:solidFill>
                <a:effectLst/>
                <a:latin typeface="Menlo" panose="020B0609030804020204" pitchFamily="49" charset="0"/>
              </a:rPr>
              <a:t> </a:t>
            </a:r>
            <a:r>
              <a:rPr lang="en-US" b="0" dirty="0">
                <a:solidFill>
                  <a:srgbClr val="001080"/>
                </a:solidFill>
                <a:effectLst/>
                <a:latin typeface="Menlo" panose="020B0609030804020204" pitchFamily="49" charset="0"/>
              </a:rPr>
              <a:t>context</a:t>
            </a:r>
            <a:r>
              <a:rPr lang="en-US" b="0" dirty="0">
                <a:solidFill>
                  <a:srgbClr val="000000"/>
                </a:solidFill>
                <a:effectLst/>
                <a:latin typeface="Menlo" panose="020B0609030804020204" pitchFamily="49" charset="0"/>
              </a:rPr>
              <a:t>, </a:t>
            </a:r>
            <a:r>
              <a:rPr lang="en-US" b="0" dirty="0" err="1">
                <a:solidFill>
                  <a:srgbClr val="267F99"/>
                </a:solidFill>
                <a:effectLst/>
                <a:latin typeface="Menlo" panose="020B0609030804020204" pitchFamily="49" charset="0"/>
              </a:rPr>
              <a:t>RequestDelegate</a:t>
            </a:r>
            <a:r>
              <a:rPr lang="en-US" b="0" dirty="0">
                <a:solidFill>
                  <a:srgbClr val="000000"/>
                </a:solidFill>
                <a:effectLst/>
                <a:latin typeface="Menlo" panose="020B0609030804020204" pitchFamily="49" charset="0"/>
              </a:rPr>
              <a:t> </a:t>
            </a:r>
            <a:r>
              <a:rPr lang="en-US" b="0" dirty="0">
                <a:solidFill>
                  <a:srgbClr val="001080"/>
                </a:solidFill>
                <a:effectLst/>
                <a:latin typeface="Menlo" panose="020B0609030804020204" pitchFamily="49" charset="0"/>
              </a:rPr>
              <a:t>next</a:t>
            </a:r>
            <a:r>
              <a:rPr lang="en-US" b="0" dirty="0">
                <a:solidFill>
                  <a:srgbClr val="000000"/>
                </a:solidFill>
                <a:effectLst/>
                <a:latin typeface="Menlo" panose="020B0609030804020204" pitchFamily="49" charset="0"/>
              </a:rPr>
              <a:t>)</a:t>
            </a:r>
          </a:p>
          <a:p>
            <a:pPr>
              <a:buNone/>
            </a:pPr>
            <a:r>
              <a:rPr lang="en-US" b="0" dirty="0">
                <a:solidFill>
                  <a:srgbClr val="000000"/>
                </a:solidFill>
                <a:effectLst/>
                <a:latin typeface="Menlo" panose="020B0609030804020204" pitchFamily="49" charset="0"/>
              </a:rPr>
              <a:t>{</a:t>
            </a:r>
          </a:p>
          <a:p>
            <a:pPr lvl="1"/>
            <a:r>
              <a:rPr lang="en-US" b="0" dirty="0">
                <a:solidFill>
                  <a:srgbClr val="0000FF"/>
                </a:solidFill>
                <a:effectLst/>
                <a:latin typeface="Menlo" panose="020B0609030804020204" pitchFamily="49" charset="0"/>
              </a:rPr>
              <a:t>var</a:t>
            </a:r>
            <a:r>
              <a:rPr lang="en-US" b="0" dirty="0">
                <a:solidFill>
                  <a:srgbClr val="000000"/>
                </a:solidFill>
                <a:effectLst/>
                <a:latin typeface="Menlo" panose="020B0609030804020204" pitchFamily="49" charset="0"/>
              </a:rPr>
              <a:t> </a:t>
            </a:r>
            <a:r>
              <a:rPr lang="en-US" b="0" dirty="0" err="1">
                <a:solidFill>
                  <a:srgbClr val="001080"/>
                </a:solidFill>
                <a:effectLst/>
                <a:latin typeface="Menlo" panose="020B0609030804020204" pitchFamily="49" charset="0"/>
              </a:rPr>
              <a:t>subDomain</a:t>
            </a:r>
            <a:r>
              <a:rPr lang="en-US" b="0" dirty="0">
                <a:solidFill>
                  <a:srgbClr val="000000"/>
                </a:solidFill>
                <a:effectLst/>
                <a:latin typeface="Menlo" panose="020B0609030804020204" pitchFamily="49" charset="0"/>
              </a:rPr>
              <a:t> = </a:t>
            </a:r>
            <a:r>
              <a:rPr lang="en-US" b="0" dirty="0" err="1">
                <a:solidFill>
                  <a:srgbClr val="001080"/>
                </a:solidFill>
                <a:effectLst/>
                <a:latin typeface="Menlo" panose="020B0609030804020204" pitchFamily="49" charset="0"/>
              </a:rPr>
              <a:t>context</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Request</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Host</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Host</a:t>
            </a:r>
            <a:r>
              <a:rPr lang="en-US" b="0" dirty="0" err="1">
                <a:solidFill>
                  <a:srgbClr val="000000"/>
                </a:solidFill>
                <a:effectLst/>
                <a:latin typeface="Menlo" panose="020B0609030804020204" pitchFamily="49" charset="0"/>
              </a:rPr>
              <a:t>.</a:t>
            </a:r>
            <a:r>
              <a:rPr lang="en-US" b="0" dirty="0" err="1">
                <a:solidFill>
                  <a:srgbClr val="795E26"/>
                </a:solidFill>
                <a:effectLst/>
                <a:latin typeface="Menlo" panose="020B0609030804020204" pitchFamily="49" charset="0"/>
              </a:rPr>
              <a:t>Split</a:t>
            </a:r>
            <a:r>
              <a:rPr lang="en-US" b="0" dirty="0">
                <a:solidFill>
                  <a:srgbClr val="000000"/>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098658"/>
                </a:solidFill>
                <a:effectLst/>
                <a:latin typeface="Menlo" panose="020B0609030804020204" pitchFamily="49" charset="0"/>
              </a:rPr>
              <a:t>0</a:t>
            </a:r>
            <a:r>
              <a:rPr lang="en-US" b="0" dirty="0">
                <a:solidFill>
                  <a:srgbClr val="000000"/>
                </a:solidFill>
                <a:effectLst/>
                <a:latin typeface="Menlo" panose="020B0609030804020204" pitchFamily="49" charset="0"/>
              </a:rPr>
              <a:t>];</a:t>
            </a:r>
          </a:p>
          <a:p>
            <a:pPr lvl="1"/>
            <a:r>
              <a:rPr lang="en-US" b="0" dirty="0">
                <a:solidFill>
                  <a:srgbClr val="0000FF"/>
                </a:solidFill>
                <a:effectLst/>
                <a:latin typeface="Menlo" panose="020B0609030804020204" pitchFamily="49" charset="0"/>
              </a:rPr>
              <a:t>var</a:t>
            </a:r>
            <a:r>
              <a:rPr lang="en-US" b="0" dirty="0">
                <a:solidFill>
                  <a:srgbClr val="000000"/>
                </a:solidFill>
                <a:effectLst/>
                <a:latin typeface="Menlo" panose="020B0609030804020204" pitchFamily="49" charset="0"/>
              </a:rPr>
              <a:t> </a:t>
            </a:r>
            <a:r>
              <a:rPr lang="en-US" b="0" dirty="0">
                <a:solidFill>
                  <a:srgbClr val="001080"/>
                </a:solidFill>
                <a:effectLst/>
                <a:latin typeface="Menlo" panose="020B0609030804020204" pitchFamily="49" charset="0"/>
              </a:rPr>
              <a:t>tenant</a:t>
            </a:r>
            <a:r>
              <a:rPr lang="en-US" b="0" dirty="0">
                <a:solidFill>
                  <a:srgbClr val="000000"/>
                </a:solidFill>
                <a:effectLst/>
                <a:latin typeface="Menlo" panose="020B0609030804020204" pitchFamily="49" charset="0"/>
              </a:rPr>
              <a:t> = </a:t>
            </a:r>
            <a:r>
              <a:rPr lang="en-US" b="0" dirty="0" err="1">
                <a:solidFill>
                  <a:srgbClr val="001080"/>
                </a:solidFill>
                <a:effectLst/>
                <a:latin typeface="Menlo" panose="020B0609030804020204" pitchFamily="49" charset="0"/>
              </a:rPr>
              <a:t>availableTenants</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Value</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Tenants</a:t>
            </a:r>
            <a:r>
              <a:rPr lang="en-US" b="0" dirty="0" err="1">
                <a:solidFill>
                  <a:srgbClr val="000000"/>
                </a:solidFill>
                <a:effectLst/>
                <a:latin typeface="Menlo" panose="020B0609030804020204" pitchFamily="49" charset="0"/>
              </a:rPr>
              <a:t>.</a:t>
            </a:r>
            <a:r>
              <a:rPr lang="en-US" b="0" dirty="0" err="1">
                <a:solidFill>
                  <a:srgbClr val="795E26"/>
                </a:solidFill>
                <a:effectLst/>
                <a:latin typeface="Menlo" panose="020B0609030804020204" pitchFamily="49" charset="0"/>
              </a:rPr>
              <a:t>FirstOrDefault</a:t>
            </a:r>
            <a:r>
              <a:rPr lang="en-US" b="0" dirty="0">
                <a:solidFill>
                  <a:srgbClr val="000000"/>
                </a:solidFill>
                <a:effectLst/>
                <a:latin typeface="Menlo" panose="020B0609030804020204" pitchFamily="49" charset="0"/>
              </a:rPr>
              <a:t>(</a:t>
            </a:r>
            <a:r>
              <a:rPr lang="en-US" b="0" dirty="0">
                <a:solidFill>
                  <a:srgbClr val="001080"/>
                </a:solidFill>
                <a:effectLst/>
                <a:latin typeface="Menlo" panose="020B0609030804020204" pitchFamily="49" charset="0"/>
              </a:rPr>
              <a:t>t</a:t>
            </a:r>
            <a:r>
              <a:rPr lang="en-US" b="0" dirty="0">
                <a:solidFill>
                  <a:srgbClr val="000000"/>
                </a:solidFill>
                <a:effectLst/>
                <a:latin typeface="Menlo" panose="020B0609030804020204" pitchFamily="49" charset="0"/>
              </a:rPr>
              <a:t> =&gt; </a:t>
            </a:r>
            <a:r>
              <a:rPr lang="en-US" b="0" dirty="0" err="1">
                <a:solidFill>
                  <a:srgbClr val="001080"/>
                </a:solidFill>
                <a:effectLst/>
                <a:latin typeface="Menlo" panose="020B0609030804020204" pitchFamily="49" charset="0"/>
              </a:rPr>
              <a:t>t</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 == </a:t>
            </a:r>
            <a:r>
              <a:rPr lang="en-US" b="0" dirty="0" err="1">
                <a:solidFill>
                  <a:srgbClr val="001080"/>
                </a:solidFill>
                <a:effectLst/>
                <a:latin typeface="Menlo" panose="020B0609030804020204" pitchFamily="49" charset="0"/>
              </a:rPr>
              <a:t>subDomain</a:t>
            </a:r>
            <a:r>
              <a:rPr lang="en-US" b="0" dirty="0">
                <a:solidFill>
                  <a:srgbClr val="000000"/>
                </a:solidFill>
                <a:effectLst/>
                <a:latin typeface="Menlo" panose="020B0609030804020204" pitchFamily="49" charset="0"/>
              </a:rPr>
              <a:t>);</a:t>
            </a:r>
          </a:p>
          <a:p>
            <a:pPr lvl="1"/>
            <a:r>
              <a:rPr lang="en-US" b="0" dirty="0">
                <a:solidFill>
                  <a:srgbClr val="AF00DB"/>
                </a:solidFill>
                <a:effectLst/>
                <a:latin typeface="Menlo" panose="020B0609030804020204" pitchFamily="49" charset="0"/>
              </a:rPr>
              <a:t>if</a:t>
            </a:r>
            <a:r>
              <a:rPr lang="en-US" b="0" dirty="0">
                <a:solidFill>
                  <a:srgbClr val="000000"/>
                </a:solidFill>
                <a:effectLst/>
                <a:latin typeface="Menlo" panose="020B0609030804020204" pitchFamily="49" charset="0"/>
              </a:rPr>
              <a:t>(</a:t>
            </a:r>
            <a:r>
              <a:rPr lang="en-US" b="0" dirty="0">
                <a:solidFill>
                  <a:srgbClr val="001080"/>
                </a:solidFill>
                <a:effectLst/>
                <a:latin typeface="Menlo" panose="020B0609030804020204" pitchFamily="49" charset="0"/>
              </a:rPr>
              <a:t>tenant</a:t>
            </a:r>
            <a:r>
              <a:rPr lang="en-US" b="0" dirty="0">
                <a:solidFill>
                  <a:srgbClr val="000000"/>
                </a:solidFill>
                <a:effectLst/>
                <a:latin typeface="Menlo" panose="020B0609030804020204" pitchFamily="49" charset="0"/>
              </a:rPr>
              <a:t> == </a:t>
            </a:r>
            <a:r>
              <a:rPr lang="en-US" b="0" dirty="0">
                <a:solidFill>
                  <a:srgbClr val="0000FF"/>
                </a:solidFill>
                <a:effectLst/>
                <a:latin typeface="Menlo" panose="020B0609030804020204" pitchFamily="49" charset="0"/>
              </a:rPr>
              <a:t>null</a:t>
            </a:r>
            <a:r>
              <a:rPr lang="en-US" b="0" dirty="0">
                <a:solidFill>
                  <a:srgbClr val="000000"/>
                </a:solidFill>
                <a:effectLst/>
                <a:latin typeface="Menlo" panose="020B0609030804020204" pitchFamily="49" charset="0"/>
              </a:rPr>
              <a:t>)</a:t>
            </a:r>
          </a:p>
          <a:p>
            <a:pPr lvl="1"/>
            <a:r>
              <a:rPr lang="en-US" b="0" dirty="0">
                <a:solidFill>
                  <a:srgbClr val="000000"/>
                </a:solidFill>
                <a:effectLst/>
                <a:latin typeface="Menlo" panose="020B0609030804020204" pitchFamily="49" charset="0"/>
              </a:rPr>
              <a:t>{</a:t>
            </a:r>
          </a:p>
          <a:p>
            <a:pPr lvl="2"/>
            <a:r>
              <a:rPr lang="en-US" b="0" dirty="0" err="1">
                <a:solidFill>
                  <a:srgbClr val="001080"/>
                </a:solidFill>
                <a:effectLst/>
                <a:latin typeface="Menlo" panose="020B0609030804020204" pitchFamily="49" charset="0"/>
              </a:rPr>
              <a:t>context</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Response</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StatusCode</a:t>
            </a:r>
            <a:r>
              <a:rPr lang="en-US" b="0" dirty="0">
                <a:solidFill>
                  <a:srgbClr val="000000"/>
                </a:solidFill>
                <a:effectLst/>
                <a:latin typeface="Menlo" panose="020B0609030804020204" pitchFamily="49" charset="0"/>
              </a:rPr>
              <a:t> = (</a:t>
            </a:r>
            <a:r>
              <a:rPr lang="en-US" b="0" dirty="0">
                <a:solidFill>
                  <a:srgbClr val="0000FF"/>
                </a:solidFill>
                <a:effectLst/>
                <a:latin typeface="Menlo" panose="020B0609030804020204" pitchFamily="49" charset="0"/>
              </a:rPr>
              <a:t>int</a:t>
            </a:r>
            <a:r>
              <a:rPr lang="en-US" b="0" dirty="0">
                <a:solidFill>
                  <a:srgbClr val="000000"/>
                </a:solidFill>
                <a:effectLst/>
                <a:latin typeface="Menlo" panose="020B0609030804020204" pitchFamily="49" charset="0"/>
              </a:rPr>
              <a:t>)</a:t>
            </a:r>
            <a:r>
              <a:rPr lang="en-US" b="0" dirty="0" err="1">
                <a:solidFill>
                  <a:srgbClr val="267F99"/>
                </a:solidFill>
                <a:effectLst/>
                <a:latin typeface="Menlo" panose="020B0609030804020204" pitchFamily="49" charset="0"/>
              </a:rPr>
              <a:t>HttpStatusCode</a:t>
            </a:r>
            <a:r>
              <a:rPr lang="en-US" b="0" dirty="0" err="1">
                <a:solidFill>
                  <a:srgbClr val="000000"/>
                </a:solidFill>
                <a:effectLst/>
                <a:latin typeface="Menlo" panose="020B0609030804020204" pitchFamily="49" charset="0"/>
              </a:rPr>
              <a:t>.</a:t>
            </a:r>
            <a:r>
              <a:rPr lang="en-US" b="0" dirty="0" err="1">
                <a:solidFill>
                  <a:srgbClr val="0070C1"/>
                </a:solidFill>
                <a:effectLst/>
                <a:latin typeface="Menlo" panose="020B0609030804020204" pitchFamily="49" charset="0"/>
              </a:rPr>
              <a:t>NotFound</a:t>
            </a:r>
            <a:r>
              <a:rPr lang="en-US" b="0" dirty="0">
                <a:solidFill>
                  <a:srgbClr val="000000"/>
                </a:solidFill>
                <a:effectLst/>
                <a:latin typeface="Menlo" panose="020B0609030804020204" pitchFamily="49" charset="0"/>
              </a:rPr>
              <a:t>;</a:t>
            </a:r>
          </a:p>
          <a:p>
            <a:pPr lvl="2"/>
            <a:r>
              <a:rPr lang="en-US" b="0" dirty="0">
                <a:solidFill>
                  <a:srgbClr val="AF00DB"/>
                </a:solidFill>
                <a:effectLst/>
                <a:latin typeface="Menlo" panose="020B0609030804020204" pitchFamily="49" charset="0"/>
              </a:rPr>
              <a:t>return</a:t>
            </a:r>
            <a:r>
              <a:rPr lang="en-US" b="0" dirty="0">
                <a:solidFill>
                  <a:srgbClr val="000000"/>
                </a:solidFill>
                <a:effectLst/>
                <a:latin typeface="Menlo" panose="020B0609030804020204" pitchFamily="49" charset="0"/>
              </a:rPr>
              <a:t> </a:t>
            </a:r>
            <a:r>
              <a:rPr lang="en-US" b="0" dirty="0" err="1">
                <a:solidFill>
                  <a:srgbClr val="267F99"/>
                </a:solidFill>
                <a:effectLst/>
                <a:latin typeface="Menlo" panose="020B0609030804020204" pitchFamily="49" charset="0"/>
              </a:rPr>
              <a:t>Task</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CompletedTask</a:t>
            </a:r>
            <a:r>
              <a:rPr lang="en-US" b="0" dirty="0">
                <a:solidFill>
                  <a:srgbClr val="000000"/>
                </a:solidFill>
                <a:effectLst/>
                <a:latin typeface="Menlo" panose="020B0609030804020204" pitchFamily="49" charset="0"/>
              </a:rPr>
              <a:t>;</a:t>
            </a:r>
          </a:p>
          <a:p>
            <a:pPr lvl="1"/>
            <a:r>
              <a:rPr lang="en-US" b="0" dirty="0">
                <a:solidFill>
                  <a:srgbClr val="000000"/>
                </a:solidFill>
                <a:effectLst/>
                <a:latin typeface="Menlo" panose="020B0609030804020204" pitchFamily="49" charset="0"/>
              </a:rPr>
              <a:t>}</a:t>
            </a:r>
          </a:p>
          <a:p>
            <a:pPr lvl="1"/>
            <a:r>
              <a:rPr lang="en-US" b="0" dirty="0" err="1">
                <a:solidFill>
                  <a:srgbClr val="001080"/>
                </a:solidFill>
                <a:effectLst/>
                <a:latin typeface="Menlo" panose="020B0609030804020204" pitchFamily="49" charset="0"/>
              </a:rPr>
              <a:t>tenantContextAccessor</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Tenant</a:t>
            </a:r>
            <a:r>
              <a:rPr lang="en-US" b="0" dirty="0">
                <a:solidFill>
                  <a:srgbClr val="000000"/>
                </a:solidFill>
                <a:effectLst/>
                <a:latin typeface="Menlo" panose="020B0609030804020204" pitchFamily="49" charset="0"/>
              </a:rPr>
              <a:t> = </a:t>
            </a:r>
            <a:r>
              <a:rPr lang="en-US" b="0" dirty="0">
                <a:solidFill>
                  <a:srgbClr val="001080"/>
                </a:solidFill>
                <a:effectLst/>
                <a:latin typeface="Menlo" panose="020B0609030804020204" pitchFamily="49" charset="0"/>
              </a:rPr>
              <a:t>tenant</a:t>
            </a:r>
            <a:r>
              <a:rPr lang="en-US" b="0" dirty="0">
                <a:solidFill>
                  <a:srgbClr val="000000"/>
                </a:solidFill>
                <a:effectLst/>
                <a:latin typeface="Menlo" panose="020B0609030804020204" pitchFamily="49" charset="0"/>
              </a:rPr>
              <a:t>;</a:t>
            </a:r>
          </a:p>
          <a:p>
            <a:pPr lvl="1"/>
            <a:r>
              <a:rPr lang="en-US" b="0" dirty="0">
                <a:solidFill>
                  <a:srgbClr val="AF00DB"/>
                </a:solidFill>
                <a:effectLst/>
                <a:latin typeface="Menlo" panose="020B0609030804020204" pitchFamily="49" charset="0"/>
              </a:rPr>
              <a:t>return</a:t>
            </a:r>
            <a:r>
              <a:rPr lang="en-US" b="0" dirty="0">
                <a:solidFill>
                  <a:srgbClr val="000000"/>
                </a:solidFill>
                <a:effectLst/>
                <a:latin typeface="Menlo" panose="020B0609030804020204" pitchFamily="49" charset="0"/>
              </a:rPr>
              <a:t> </a:t>
            </a:r>
            <a:r>
              <a:rPr lang="en-US" b="0" dirty="0">
                <a:solidFill>
                  <a:srgbClr val="001080"/>
                </a:solidFill>
                <a:effectLst/>
                <a:latin typeface="Menlo" panose="020B0609030804020204" pitchFamily="49" charset="0"/>
              </a:rPr>
              <a:t>next</a:t>
            </a:r>
            <a:r>
              <a:rPr lang="en-US" b="0" dirty="0">
                <a:solidFill>
                  <a:srgbClr val="000000"/>
                </a:solidFill>
                <a:effectLst/>
                <a:latin typeface="Menlo" panose="020B0609030804020204" pitchFamily="49" charset="0"/>
              </a:rPr>
              <a:t>(</a:t>
            </a:r>
            <a:r>
              <a:rPr lang="en-US" b="0" dirty="0">
                <a:solidFill>
                  <a:srgbClr val="001080"/>
                </a:solidFill>
                <a:effectLst/>
                <a:latin typeface="Menlo" panose="020B0609030804020204" pitchFamily="49" charset="0"/>
              </a:rPr>
              <a:t>context</a:t>
            </a:r>
            <a:r>
              <a:rPr lang="en-US" b="0" dirty="0">
                <a:solidFill>
                  <a:srgbClr val="000000"/>
                </a:solidFill>
                <a:effectLst/>
                <a:latin typeface="Menlo" panose="020B0609030804020204" pitchFamily="49" charset="0"/>
              </a:rPr>
              <a:t>);</a:t>
            </a:r>
          </a:p>
          <a:p>
            <a:pPr>
              <a:buNone/>
            </a:pPr>
            <a:r>
              <a:rPr lang="en-US" b="0" dirty="0">
                <a:solidFill>
                  <a:srgbClr val="000000"/>
                </a:solidFill>
                <a:effectLst/>
                <a:latin typeface="Menlo" panose="020B0609030804020204" pitchFamily="49" charset="0"/>
              </a:rPr>
              <a:t>}</a:t>
            </a:r>
          </a:p>
        </p:txBody>
      </p:sp>
    </p:spTree>
    <p:extLst>
      <p:ext uri="{BB962C8B-B14F-4D97-AF65-F5344CB8AC3E}">
        <p14:creationId xmlns:p14="http://schemas.microsoft.com/office/powerpoint/2010/main" val="10184309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4E797-35B3-DE99-3C1E-02181AD0F92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930B8E4-27FD-F520-AC47-01C5782B8EE3}"/>
              </a:ext>
            </a:extLst>
          </p:cNvPr>
          <p:cNvSpPr>
            <a:spLocks noGrp="1"/>
          </p:cNvSpPr>
          <p:nvPr>
            <p:ph type="title"/>
          </p:nvPr>
        </p:nvSpPr>
        <p:spPr/>
        <p:txBody>
          <a:bodyPr/>
          <a:lstStyle/>
          <a:p>
            <a:r>
              <a:rPr lang="en-US" dirty="0"/>
              <a:t>Reflecting a tenant – _</a:t>
            </a:r>
            <a:r>
              <a:rPr lang="en-US" dirty="0" err="1"/>
              <a:t>Layout.cshtml</a:t>
            </a:r>
            <a:endParaRPr lang="en-US" dirty="0"/>
          </a:p>
        </p:txBody>
      </p:sp>
      <p:sp>
        <p:nvSpPr>
          <p:cNvPr id="4" name="TextBox 3">
            <a:extLst>
              <a:ext uri="{FF2B5EF4-FFF2-40B4-BE49-F238E27FC236}">
                <a16:creationId xmlns:a16="http://schemas.microsoft.com/office/drawing/2014/main" id="{2C3A3DCE-FC7D-83D9-D58B-CE1610EAF242}"/>
              </a:ext>
            </a:extLst>
          </p:cNvPr>
          <p:cNvSpPr txBox="1"/>
          <p:nvPr/>
        </p:nvSpPr>
        <p:spPr>
          <a:xfrm>
            <a:off x="2033486" y="2682971"/>
            <a:ext cx="8125027" cy="1754326"/>
          </a:xfrm>
          <a:prstGeom prst="rect">
            <a:avLst/>
          </a:prstGeom>
          <a:noFill/>
        </p:spPr>
        <p:txBody>
          <a:bodyPr wrap="square">
            <a:spAutoFit/>
          </a:bodyPr>
          <a:lstStyle/>
          <a:p>
            <a:pPr>
              <a:buNone/>
            </a:pPr>
            <a:r>
              <a:rPr lang="en-US" b="0" dirty="0">
                <a:solidFill>
                  <a:srgbClr val="800000"/>
                </a:solidFill>
                <a:effectLst/>
                <a:latin typeface="Menlo" panose="020B0609030804020204" pitchFamily="49" charset="0"/>
              </a:rPr>
              <a:t>&lt;style&gt;</a:t>
            </a:r>
            <a:endParaRPr lang="en-US" b="0" dirty="0">
              <a:solidFill>
                <a:srgbClr val="000000"/>
              </a:solidFill>
              <a:effectLst/>
              <a:latin typeface="Menlo" panose="020B0609030804020204" pitchFamily="49" charset="0"/>
            </a:endParaRPr>
          </a:p>
          <a:p>
            <a:pPr lvl="1"/>
            <a:r>
              <a:rPr lang="en-US" b="0" dirty="0">
                <a:solidFill>
                  <a:srgbClr val="800000"/>
                </a:solidFill>
                <a:effectLst/>
                <a:latin typeface="Menlo" panose="020B0609030804020204" pitchFamily="49" charset="0"/>
              </a:rPr>
              <a:t>:root</a:t>
            </a:r>
            <a:r>
              <a:rPr lang="en-US" b="0" dirty="0">
                <a:solidFill>
                  <a:srgbClr val="000000"/>
                </a:solidFill>
                <a:effectLst/>
                <a:latin typeface="Menlo" panose="020B0609030804020204" pitchFamily="49" charset="0"/>
              </a:rPr>
              <a:t> {</a:t>
            </a:r>
          </a:p>
          <a:p>
            <a:pPr lvl="2"/>
            <a:r>
              <a:rPr lang="en-US" b="0" dirty="0">
                <a:solidFill>
                  <a:srgbClr val="E50000"/>
                </a:solidFill>
                <a:effectLst/>
                <a:latin typeface="Menlo" panose="020B0609030804020204" pitchFamily="49" charset="0"/>
              </a:rPr>
              <a:t>--tenant-color</a:t>
            </a:r>
            <a:r>
              <a:rPr lang="en-US" b="0" dirty="0">
                <a:solidFill>
                  <a:srgbClr val="000000"/>
                </a:solidFill>
                <a:effectLst/>
                <a:latin typeface="Menlo" panose="020B0609030804020204" pitchFamily="49" charset="0"/>
              </a:rPr>
              <a:t>: </a:t>
            </a:r>
            <a:r>
              <a:rPr lang="en-US" b="0" dirty="0">
                <a:solidFill>
                  <a:srgbClr val="AF00DB"/>
                </a:solidFill>
                <a:effectLst/>
                <a:latin typeface="Menlo" panose="020B0609030804020204" pitchFamily="49" charset="0"/>
              </a:rPr>
              <a:t>@</a:t>
            </a:r>
            <a:r>
              <a:rPr lang="en-US" b="0" dirty="0" err="1">
                <a:solidFill>
                  <a:srgbClr val="001080"/>
                </a:solidFill>
                <a:effectLst/>
                <a:latin typeface="Menlo" panose="020B0609030804020204" pitchFamily="49" charset="0"/>
              </a:rPr>
              <a:t>tenant</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Color</a:t>
            </a:r>
            <a:r>
              <a:rPr lang="en-US" b="0" dirty="0">
                <a:solidFill>
                  <a:srgbClr val="000000"/>
                </a:solidFill>
                <a:effectLst/>
                <a:latin typeface="Menlo" panose="020B0609030804020204" pitchFamily="49" charset="0"/>
              </a:rPr>
              <a:t>;</a:t>
            </a:r>
          </a:p>
          <a:p>
            <a:pPr lvl="2"/>
            <a:r>
              <a:rPr lang="en-US" b="0" dirty="0">
                <a:solidFill>
                  <a:srgbClr val="E50000"/>
                </a:solidFill>
                <a:effectLst/>
                <a:latin typeface="Menlo" panose="020B0609030804020204" pitchFamily="49" charset="0"/>
              </a:rPr>
              <a:t>--tenant-city-image</a:t>
            </a:r>
            <a:r>
              <a:rPr lang="en-US" b="0" dirty="0">
                <a:solidFill>
                  <a:srgbClr val="000000"/>
                </a:solidFill>
                <a:effectLst/>
                <a:latin typeface="Menlo" panose="020B0609030804020204" pitchFamily="49" charset="0"/>
              </a:rPr>
              <a:t>: </a:t>
            </a:r>
            <a:r>
              <a:rPr lang="en-US" b="0" dirty="0" err="1">
                <a:solidFill>
                  <a:srgbClr val="795E26"/>
                </a:solidFill>
                <a:effectLst/>
                <a:latin typeface="Menlo" panose="020B0609030804020204" pitchFamily="49" charset="0"/>
              </a:rPr>
              <a:t>url</a:t>
            </a:r>
            <a:r>
              <a:rPr lang="en-US" b="0" dirty="0">
                <a:solidFill>
                  <a:srgbClr val="000000"/>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a:solidFill>
                  <a:srgbClr val="AF00DB"/>
                </a:solidFill>
                <a:effectLst/>
                <a:latin typeface="Menlo" panose="020B0609030804020204" pitchFamily="49" charset="0"/>
              </a:rPr>
              <a:t>@</a:t>
            </a:r>
            <a:r>
              <a:rPr lang="en-US" b="0" dirty="0" err="1">
                <a:solidFill>
                  <a:srgbClr val="001080"/>
                </a:solidFill>
                <a:effectLst/>
                <a:latin typeface="Menlo" panose="020B0609030804020204" pitchFamily="49" charset="0"/>
              </a:rPr>
              <a:t>tenant</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CityImage</a:t>
            </a:r>
            <a:r>
              <a:rPr lang="en-US" b="0" dirty="0">
                <a:solidFill>
                  <a:srgbClr val="A31515"/>
                </a:solidFill>
                <a:effectLst/>
                <a:latin typeface="Menlo" panose="020B0609030804020204" pitchFamily="49" charset="0"/>
              </a:rPr>
              <a:t>'</a:t>
            </a:r>
            <a:r>
              <a:rPr lang="en-US" b="0" dirty="0">
                <a:solidFill>
                  <a:srgbClr val="000000"/>
                </a:solidFill>
                <a:effectLst/>
                <a:latin typeface="Menlo" panose="020B0609030804020204" pitchFamily="49" charset="0"/>
              </a:rPr>
              <a:t>);</a:t>
            </a:r>
          </a:p>
          <a:p>
            <a:pPr lvl="1"/>
            <a:r>
              <a:rPr lang="en-US" b="0" dirty="0">
                <a:solidFill>
                  <a:srgbClr val="000000"/>
                </a:solidFill>
                <a:effectLst/>
                <a:latin typeface="Menlo" panose="020B0609030804020204" pitchFamily="49" charset="0"/>
              </a:rPr>
              <a:t>}</a:t>
            </a:r>
          </a:p>
          <a:p>
            <a:pPr>
              <a:buNone/>
            </a:pPr>
            <a:r>
              <a:rPr lang="en-US" b="0" dirty="0">
                <a:solidFill>
                  <a:srgbClr val="800000"/>
                </a:solidFill>
                <a:effectLst/>
                <a:latin typeface="Menlo" panose="020B0609030804020204" pitchFamily="49" charset="0"/>
              </a:rPr>
              <a:t>&lt;/style&gt;</a:t>
            </a:r>
            <a:endParaRPr lang="en-US" b="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9340890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4DB96-00A6-C7AD-0776-74242D42FDA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A8D25F8-92DE-4DE7-1DD6-A3E44150556A}"/>
              </a:ext>
            </a:extLst>
          </p:cNvPr>
          <p:cNvSpPr>
            <a:spLocks noGrp="1"/>
          </p:cNvSpPr>
          <p:nvPr>
            <p:ph type="title"/>
          </p:nvPr>
        </p:nvSpPr>
        <p:spPr/>
        <p:txBody>
          <a:bodyPr/>
          <a:lstStyle/>
          <a:p>
            <a:r>
              <a:rPr lang="en-US" dirty="0"/>
              <a:t>Reflecting a tenant – </a:t>
            </a:r>
            <a:r>
              <a:rPr lang="en-US" dirty="0" err="1"/>
              <a:t>Index.cshtml</a:t>
            </a:r>
            <a:endParaRPr lang="en-US" dirty="0"/>
          </a:p>
        </p:txBody>
      </p:sp>
      <p:sp>
        <p:nvSpPr>
          <p:cNvPr id="6" name="TextBox 5">
            <a:extLst>
              <a:ext uri="{FF2B5EF4-FFF2-40B4-BE49-F238E27FC236}">
                <a16:creationId xmlns:a16="http://schemas.microsoft.com/office/drawing/2014/main" id="{913D741A-8639-C0BC-0E3B-F08681D43700}"/>
              </a:ext>
            </a:extLst>
          </p:cNvPr>
          <p:cNvSpPr txBox="1"/>
          <p:nvPr/>
        </p:nvSpPr>
        <p:spPr>
          <a:xfrm>
            <a:off x="2799134" y="2622387"/>
            <a:ext cx="8689232" cy="2031325"/>
          </a:xfrm>
          <a:prstGeom prst="rect">
            <a:avLst/>
          </a:prstGeom>
          <a:noFill/>
        </p:spPr>
        <p:txBody>
          <a:bodyPr wrap="square">
            <a:spAutoFit/>
          </a:bodyPr>
          <a:lstStyle/>
          <a:p>
            <a:pPr>
              <a:buNone/>
            </a:pPr>
            <a:r>
              <a:rPr lang="en-US" b="0" dirty="0">
                <a:solidFill>
                  <a:srgbClr val="800000"/>
                </a:solidFill>
                <a:effectLst/>
                <a:latin typeface="Menlo" panose="020B0609030804020204" pitchFamily="49" charset="0"/>
              </a:rPr>
              <a:t>&lt;div</a:t>
            </a:r>
            <a:r>
              <a:rPr lang="en-US" b="0" dirty="0">
                <a:solidFill>
                  <a:srgbClr val="000000"/>
                </a:solidFill>
                <a:effectLst/>
                <a:latin typeface="Menlo" panose="020B0609030804020204" pitchFamily="49" charset="0"/>
              </a:rPr>
              <a:t> </a:t>
            </a:r>
            <a:r>
              <a:rPr lang="en-US" b="0" dirty="0">
                <a:solidFill>
                  <a:srgbClr val="E50000"/>
                </a:solidFill>
                <a:effectLst/>
                <a:latin typeface="Menlo" panose="020B0609030804020204" pitchFamily="49" charset="0"/>
              </a:rPr>
              <a:t>class</a:t>
            </a:r>
            <a:r>
              <a:rPr lang="en-US" b="0" dirty="0">
                <a:solidFill>
                  <a:srgbClr val="000000"/>
                </a:solidFill>
                <a:effectLst/>
                <a:latin typeface="Menlo" panose="020B0609030804020204" pitchFamily="49" charset="0"/>
              </a:rPr>
              <a:t>=</a:t>
            </a:r>
            <a:r>
              <a:rPr lang="en-US" b="0" dirty="0">
                <a:solidFill>
                  <a:srgbClr val="800000"/>
                </a:solidFill>
                <a:effectLst/>
                <a:latin typeface="Menlo" panose="020B0609030804020204" pitchFamily="49" charset="0"/>
              </a:rPr>
              <a:t>"</a:t>
            </a:r>
            <a:r>
              <a:rPr lang="en-US" b="0" dirty="0" err="1">
                <a:solidFill>
                  <a:srgbClr val="0000FF"/>
                </a:solidFill>
                <a:effectLst/>
                <a:latin typeface="Menlo" panose="020B0609030804020204" pitchFamily="49" charset="0"/>
              </a:rPr>
              <a:t>gb</a:t>
            </a:r>
            <a:r>
              <a:rPr lang="en-US" b="0" dirty="0">
                <a:solidFill>
                  <a:srgbClr val="0000FF"/>
                </a:solidFill>
                <a:effectLst/>
                <a:latin typeface="Menlo" panose="020B0609030804020204" pitchFamily="49" charset="0"/>
              </a:rPr>
              <a:t>-city-frame</a:t>
            </a:r>
            <a:r>
              <a:rPr lang="en-US" b="0" dirty="0">
                <a:solidFill>
                  <a:srgbClr val="800000"/>
                </a:solidFill>
                <a:effectLst/>
                <a:latin typeface="Menlo" panose="020B0609030804020204" pitchFamily="49" charset="0"/>
              </a:rPr>
              <a:t>"&gt;</a:t>
            </a:r>
            <a:endParaRPr lang="en-US" b="0" dirty="0">
              <a:solidFill>
                <a:srgbClr val="000000"/>
              </a:solidFill>
              <a:effectLst/>
              <a:latin typeface="Menlo" panose="020B0609030804020204" pitchFamily="49" charset="0"/>
            </a:endParaRPr>
          </a:p>
          <a:p>
            <a:pPr>
              <a:buNone/>
            </a:pPr>
            <a:r>
              <a:rPr lang="en-US" b="0" dirty="0">
                <a:solidFill>
                  <a:srgbClr val="800000"/>
                </a:solidFill>
                <a:effectLst/>
                <a:latin typeface="Menlo" panose="020B0609030804020204" pitchFamily="49" charset="0"/>
              </a:rPr>
              <a:t>	&lt;</a:t>
            </a:r>
            <a:r>
              <a:rPr lang="en-US" b="0" dirty="0" err="1">
                <a:solidFill>
                  <a:srgbClr val="800000"/>
                </a:solidFill>
                <a:effectLst/>
                <a:latin typeface="Menlo" panose="020B0609030804020204" pitchFamily="49" charset="0"/>
              </a:rPr>
              <a:t>img</a:t>
            </a:r>
            <a:r>
              <a:rPr lang="en-US" b="0" dirty="0">
                <a:solidFill>
                  <a:srgbClr val="000000"/>
                </a:solidFill>
                <a:effectLst/>
                <a:latin typeface="Menlo" panose="020B0609030804020204" pitchFamily="49" charset="0"/>
              </a:rPr>
              <a:t> </a:t>
            </a:r>
            <a:r>
              <a:rPr lang="en-US" b="0" dirty="0" err="1">
                <a:solidFill>
                  <a:srgbClr val="E50000"/>
                </a:solidFill>
                <a:effectLst/>
                <a:latin typeface="Menlo" panose="020B0609030804020204" pitchFamily="49" charset="0"/>
              </a:rPr>
              <a:t>src</a:t>
            </a:r>
            <a:r>
              <a:rPr lang="en-US" b="0" dirty="0">
                <a:solidFill>
                  <a:srgbClr val="000000"/>
                </a:solidFill>
                <a:effectLst/>
                <a:latin typeface="Menlo" panose="020B0609030804020204" pitchFamily="49" charset="0"/>
              </a:rPr>
              <a:t>=</a:t>
            </a:r>
            <a:r>
              <a:rPr lang="en-US" b="0" dirty="0">
                <a:solidFill>
                  <a:srgbClr val="800000"/>
                </a:solidFill>
                <a:effectLst/>
                <a:latin typeface="Menlo" panose="020B0609030804020204" pitchFamily="49" charset="0"/>
              </a:rPr>
              <a:t>"</a:t>
            </a:r>
            <a:r>
              <a:rPr lang="en-US" b="0" dirty="0">
                <a:solidFill>
                  <a:srgbClr val="AF00DB"/>
                </a:solidFill>
                <a:effectLst/>
                <a:latin typeface="Menlo" panose="020B0609030804020204" pitchFamily="49" charset="0"/>
              </a:rPr>
              <a:t>@</a:t>
            </a:r>
            <a:r>
              <a:rPr lang="en-US" b="0" dirty="0" err="1">
                <a:solidFill>
                  <a:srgbClr val="001080"/>
                </a:solidFill>
                <a:effectLst/>
                <a:latin typeface="Menlo" panose="020B0609030804020204" pitchFamily="49" charset="0"/>
              </a:rPr>
              <a:t>tenant</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CityImage</a:t>
            </a:r>
            <a:r>
              <a:rPr lang="en-US" b="0" dirty="0">
                <a:solidFill>
                  <a:srgbClr val="800000"/>
                </a:solidFill>
                <a:effectLst/>
                <a:latin typeface="Menlo" panose="020B0609030804020204" pitchFamily="49" charset="0"/>
              </a:rPr>
              <a:t>"</a:t>
            </a:r>
            <a:r>
              <a:rPr lang="en-US" b="0" dirty="0">
                <a:solidFill>
                  <a:srgbClr val="000000"/>
                </a:solidFill>
                <a:effectLst/>
                <a:latin typeface="Menlo" panose="020B0609030804020204" pitchFamily="49" charset="0"/>
              </a:rPr>
              <a:t> </a:t>
            </a:r>
            <a:r>
              <a:rPr lang="en-US" b="0" dirty="0">
                <a:solidFill>
                  <a:srgbClr val="800000"/>
                </a:solidFill>
                <a:effectLst/>
                <a:latin typeface="Menlo" panose="020B0609030804020204" pitchFamily="49" charset="0"/>
              </a:rPr>
              <a:t>/&gt;</a:t>
            </a:r>
            <a:endParaRPr lang="en-US" b="0" dirty="0">
              <a:solidFill>
                <a:srgbClr val="000000"/>
              </a:solidFill>
              <a:effectLst/>
              <a:latin typeface="Menlo" panose="020B0609030804020204" pitchFamily="49" charset="0"/>
            </a:endParaRPr>
          </a:p>
          <a:p>
            <a:pPr>
              <a:buNone/>
            </a:pPr>
            <a:r>
              <a:rPr lang="en-US" b="0" dirty="0">
                <a:solidFill>
                  <a:srgbClr val="800000"/>
                </a:solidFill>
                <a:effectLst/>
                <a:latin typeface="Menlo" panose="020B0609030804020204" pitchFamily="49" charset="0"/>
              </a:rPr>
              <a:t>&lt;/div&gt;</a:t>
            </a:r>
            <a:r>
              <a:rPr lang="en-US" b="0" dirty="0">
                <a:solidFill>
                  <a:srgbClr val="000000"/>
                </a:solidFill>
                <a:effectLst/>
                <a:latin typeface="Menlo" panose="020B0609030804020204" pitchFamily="49" charset="0"/>
              </a:rPr>
              <a:t> </a:t>
            </a:r>
          </a:p>
          <a:p>
            <a:pPr>
              <a:buNone/>
            </a:pPr>
            <a:r>
              <a:rPr lang="en-US" b="0" dirty="0">
                <a:solidFill>
                  <a:srgbClr val="800000"/>
                </a:solidFill>
                <a:effectLst/>
                <a:latin typeface="Menlo" panose="020B0609030804020204" pitchFamily="49" charset="0"/>
              </a:rPr>
              <a:t>&lt;div</a:t>
            </a:r>
            <a:r>
              <a:rPr lang="en-US" b="0" dirty="0">
                <a:solidFill>
                  <a:srgbClr val="000000"/>
                </a:solidFill>
                <a:effectLst/>
                <a:latin typeface="Menlo" panose="020B0609030804020204" pitchFamily="49" charset="0"/>
              </a:rPr>
              <a:t> </a:t>
            </a:r>
            <a:r>
              <a:rPr lang="en-US" b="0" dirty="0">
                <a:solidFill>
                  <a:srgbClr val="E50000"/>
                </a:solidFill>
                <a:effectLst/>
                <a:latin typeface="Menlo" panose="020B0609030804020204" pitchFamily="49" charset="0"/>
              </a:rPr>
              <a:t>class</a:t>
            </a:r>
            <a:r>
              <a:rPr lang="en-US" b="0" dirty="0">
                <a:solidFill>
                  <a:srgbClr val="000000"/>
                </a:solidFill>
                <a:effectLst/>
                <a:latin typeface="Menlo" panose="020B0609030804020204" pitchFamily="49" charset="0"/>
              </a:rPr>
              <a:t>=</a:t>
            </a:r>
            <a:r>
              <a:rPr lang="en-US" b="0" dirty="0">
                <a:solidFill>
                  <a:srgbClr val="800000"/>
                </a:solidFill>
                <a:effectLst/>
                <a:latin typeface="Menlo" panose="020B0609030804020204" pitchFamily="49" charset="0"/>
              </a:rPr>
              <a:t>"</a:t>
            </a:r>
            <a:r>
              <a:rPr lang="en-US" b="0" dirty="0" err="1">
                <a:solidFill>
                  <a:srgbClr val="0000FF"/>
                </a:solidFill>
                <a:effectLst/>
                <a:latin typeface="Menlo" panose="020B0609030804020204" pitchFamily="49" charset="0"/>
              </a:rPr>
              <a:t>gb</a:t>
            </a:r>
            <a:r>
              <a:rPr lang="en-US" b="0" dirty="0">
                <a:solidFill>
                  <a:srgbClr val="0000FF"/>
                </a:solidFill>
                <a:effectLst/>
                <a:latin typeface="Menlo" panose="020B0609030804020204" pitchFamily="49" charset="0"/>
              </a:rPr>
              <a:t>-title-block</a:t>
            </a:r>
            <a:r>
              <a:rPr lang="en-US" b="0" dirty="0">
                <a:solidFill>
                  <a:srgbClr val="800000"/>
                </a:solidFill>
                <a:effectLst/>
                <a:latin typeface="Menlo" panose="020B0609030804020204" pitchFamily="49" charset="0"/>
              </a:rPr>
              <a:t>"&gt;</a:t>
            </a:r>
            <a:endParaRPr lang="en-US" b="0" dirty="0">
              <a:solidFill>
                <a:srgbClr val="000000"/>
              </a:solidFill>
              <a:effectLst/>
              <a:latin typeface="Menlo" panose="020B0609030804020204" pitchFamily="49" charset="0"/>
            </a:endParaRPr>
          </a:p>
          <a:p>
            <a:pPr lvl="1"/>
            <a:r>
              <a:rPr lang="en-US" b="0" dirty="0">
                <a:solidFill>
                  <a:srgbClr val="800000"/>
                </a:solidFill>
                <a:effectLst/>
                <a:latin typeface="Menlo" panose="020B0609030804020204" pitchFamily="49" charset="0"/>
              </a:rPr>
              <a:t>&lt;div</a:t>
            </a:r>
            <a:r>
              <a:rPr lang="en-US" b="0" dirty="0">
                <a:solidFill>
                  <a:srgbClr val="000000"/>
                </a:solidFill>
                <a:effectLst/>
                <a:latin typeface="Menlo" panose="020B0609030804020204" pitchFamily="49" charset="0"/>
              </a:rPr>
              <a:t> </a:t>
            </a:r>
            <a:r>
              <a:rPr lang="en-US" b="0" dirty="0">
                <a:solidFill>
                  <a:srgbClr val="E50000"/>
                </a:solidFill>
                <a:effectLst/>
                <a:latin typeface="Menlo" panose="020B0609030804020204" pitchFamily="49" charset="0"/>
              </a:rPr>
              <a:t>class</a:t>
            </a:r>
            <a:r>
              <a:rPr lang="en-US" b="0" dirty="0">
                <a:solidFill>
                  <a:srgbClr val="000000"/>
                </a:solidFill>
                <a:effectLst/>
                <a:latin typeface="Menlo" panose="020B0609030804020204" pitchFamily="49" charset="0"/>
              </a:rPr>
              <a:t>=</a:t>
            </a:r>
            <a:r>
              <a:rPr lang="en-US" b="0" dirty="0">
                <a:solidFill>
                  <a:srgbClr val="800000"/>
                </a:solidFill>
                <a:effectLst/>
                <a:latin typeface="Menlo" panose="020B0609030804020204" pitchFamily="49" charset="0"/>
              </a:rPr>
              <a:t>"</a:t>
            </a:r>
            <a:r>
              <a:rPr lang="en-US" b="0" dirty="0" err="1">
                <a:solidFill>
                  <a:srgbClr val="0000FF"/>
                </a:solidFill>
                <a:effectLst/>
                <a:latin typeface="Menlo" panose="020B0609030804020204" pitchFamily="49" charset="0"/>
              </a:rPr>
              <a:t>gb</a:t>
            </a:r>
            <a:r>
              <a:rPr lang="en-US" b="0" dirty="0">
                <a:solidFill>
                  <a:srgbClr val="0000FF"/>
                </a:solidFill>
                <a:effectLst/>
                <a:latin typeface="Menlo" panose="020B0609030804020204" pitchFamily="49" charset="0"/>
              </a:rPr>
              <a:t>-title-main</a:t>
            </a:r>
            <a:r>
              <a:rPr lang="en-US" b="0" dirty="0">
                <a:solidFill>
                  <a:srgbClr val="800000"/>
                </a:solidFill>
                <a:effectLst/>
                <a:latin typeface="Menlo" panose="020B0609030804020204" pitchFamily="49" charset="0"/>
              </a:rPr>
              <a:t>"&gt;</a:t>
            </a:r>
            <a:r>
              <a:rPr lang="en-US" b="0" dirty="0">
                <a:solidFill>
                  <a:srgbClr val="000000"/>
                </a:solidFill>
                <a:effectLst/>
                <a:latin typeface="Menlo" panose="020B0609030804020204" pitchFamily="49" charset="0"/>
              </a:rPr>
              <a:t>POKECENTER</a:t>
            </a:r>
            <a:r>
              <a:rPr lang="en-US" b="0" dirty="0">
                <a:solidFill>
                  <a:srgbClr val="800000"/>
                </a:solidFill>
                <a:effectLst/>
                <a:latin typeface="Menlo" panose="020B0609030804020204" pitchFamily="49" charset="0"/>
              </a:rPr>
              <a:t>&lt;/div&gt;</a:t>
            </a:r>
            <a:endParaRPr lang="en-US" b="0" dirty="0">
              <a:solidFill>
                <a:srgbClr val="000000"/>
              </a:solidFill>
              <a:effectLst/>
              <a:latin typeface="Menlo" panose="020B0609030804020204" pitchFamily="49" charset="0"/>
            </a:endParaRPr>
          </a:p>
          <a:p>
            <a:pPr lvl="1"/>
            <a:r>
              <a:rPr lang="en-US" b="0" dirty="0">
                <a:solidFill>
                  <a:srgbClr val="800000"/>
                </a:solidFill>
                <a:effectLst/>
                <a:latin typeface="Menlo" panose="020B0609030804020204" pitchFamily="49" charset="0"/>
              </a:rPr>
              <a:t>&lt;div</a:t>
            </a:r>
            <a:r>
              <a:rPr lang="en-US" b="0" dirty="0">
                <a:solidFill>
                  <a:srgbClr val="000000"/>
                </a:solidFill>
                <a:effectLst/>
                <a:latin typeface="Menlo" panose="020B0609030804020204" pitchFamily="49" charset="0"/>
              </a:rPr>
              <a:t> </a:t>
            </a:r>
            <a:r>
              <a:rPr lang="en-US" b="0" dirty="0">
                <a:solidFill>
                  <a:srgbClr val="E50000"/>
                </a:solidFill>
                <a:effectLst/>
                <a:latin typeface="Menlo" panose="020B0609030804020204" pitchFamily="49" charset="0"/>
              </a:rPr>
              <a:t>class</a:t>
            </a:r>
            <a:r>
              <a:rPr lang="en-US" b="0" dirty="0">
                <a:solidFill>
                  <a:srgbClr val="000000"/>
                </a:solidFill>
                <a:effectLst/>
                <a:latin typeface="Menlo" panose="020B0609030804020204" pitchFamily="49" charset="0"/>
              </a:rPr>
              <a:t>=</a:t>
            </a:r>
            <a:r>
              <a:rPr lang="en-US" b="0" dirty="0">
                <a:solidFill>
                  <a:srgbClr val="800000"/>
                </a:solidFill>
                <a:effectLst/>
                <a:latin typeface="Menlo" panose="020B0609030804020204" pitchFamily="49" charset="0"/>
              </a:rPr>
              <a:t>"</a:t>
            </a:r>
            <a:r>
              <a:rPr lang="en-US" b="0" dirty="0" err="1">
                <a:solidFill>
                  <a:srgbClr val="0000FF"/>
                </a:solidFill>
                <a:effectLst/>
                <a:latin typeface="Menlo" panose="020B0609030804020204" pitchFamily="49" charset="0"/>
              </a:rPr>
              <a:t>gb</a:t>
            </a:r>
            <a:r>
              <a:rPr lang="en-US" b="0" dirty="0">
                <a:solidFill>
                  <a:srgbClr val="0000FF"/>
                </a:solidFill>
                <a:effectLst/>
                <a:latin typeface="Menlo" panose="020B0609030804020204" pitchFamily="49" charset="0"/>
              </a:rPr>
              <a:t>-title-sub</a:t>
            </a:r>
            <a:r>
              <a:rPr lang="en-US" b="0" dirty="0">
                <a:solidFill>
                  <a:srgbClr val="800000"/>
                </a:solidFill>
                <a:effectLst/>
                <a:latin typeface="Menlo" panose="020B0609030804020204" pitchFamily="49" charset="0"/>
              </a:rPr>
              <a:t>"&gt;</a:t>
            </a:r>
            <a:r>
              <a:rPr lang="en-US" b="0" dirty="0">
                <a:solidFill>
                  <a:srgbClr val="AF00DB"/>
                </a:solidFill>
                <a:effectLst/>
                <a:latin typeface="Menlo" panose="020B0609030804020204" pitchFamily="49" charset="0"/>
              </a:rPr>
              <a:t>@</a:t>
            </a:r>
            <a:r>
              <a:rPr lang="en-US" b="0" dirty="0" err="1">
                <a:solidFill>
                  <a:srgbClr val="001080"/>
                </a:solidFill>
                <a:effectLst/>
                <a:latin typeface="Menlo" panose="020B0609030804020204" pitchFamily="49" charset="0"/>
              </a:rPr>
              <a:t>tenant</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Name</a:t>
            </a:r>
            <a:r>
              <a:rPr lang="en-US" b="0" dirty="0">
                <a:solidFill>
                  <a:srgbClr val="800000"/>
                </a:solidFill>
                <a:effectLst/>
                <a:latin typeface="Menlo" panose="020B0609030804020204" pitchFamily="49" charset="0"/>
              </a:rPr>
              <a:t>&lt;/div&gt;</a:t>
            </a:r>
            <a:endParaRPr lang="en-US" b="0" dirty="0">
              <a:solidFill>
                <a:srgbClr val="000000"/>
              </a:solidFill>
              <a:effectLst/>
              <a:latin typeface="Menlo" panose="020B0609030804020204" pitchFamily="49" charset="0"/>
            </a:endParaRPr>
          </a:p>
          <a:p>
            <a:pPr>
              <a:buNone/>
            </a:pPr>
            <a:r>
              <a:rPr lang="en-US" b="0" dirty="0">
                <a:solidFill>
                  <a:srgbClr val="800000"/>
                </a:solidFill>
                <a:effectLst/>
                <a:latin typeface="Menlo" panose="020B0609030804020204" pitchFamily="49" charset="0"/>
              </a:rPr>
              <a:t>&lt;/div&gt;</a:t>
            </a:r>
            <a:endParaRPr lang="en-US" b="0" dirty="0">
              <a:solidFill>
                <a:srgbClr val="000000"/>
              </a:solidFill>
              <a:effectLst/>
              <a:latin typeface="Menlo" panose="020B0609030804020204" pitchFamily="49" charset="0"/>
            </a:endParaRPr>
          </a:p>
        </p:txBody>
      </p:sp>
      <p:sp>
        <p:nvSpPr>
          <p:cNvPr id="8" name="TextBox 7">
            <a:extLst>
              <a:ext uri="{FF2B5EF4-FFF2-40B4-BE49-F238E27FC236}">
                <a16:creationId xmlns:a16="http://schemas.microsoft.com/office/drawing/2014/main" id="{A096AD22-99B5-B9B3-D291-538AD02E8BDA}"/>
              </a:ext>
            </a:extLst>
          </p:cNvPr>
          <p:cNvSpPr txBox="1"/>
          <p:nvPr/>
        </p:nvSpPr>
        <p:spPr>
          <a:xfrm>
            <a:off x="2799134" y="1874454"/>
            <a:ext cx="7193604" cy="283091"/>
          </a:xfrm>
          <a:prstGeom prst="rect">
            <a:avLst/>
          </a:prstGeom>
          <a:noFill/>
        </p:spPr>
        <p:txBody>
          <a:bodyPr wrap="square">
            <a:spAutoFit/>
          </a:bodyPr>
          <a:lstStyle/>
          <a:p>
            <a:pPr>
              <a:lnSpc>
                <a:spcPts val="1350"/>
              </a:lnSpc>
              <a:buNone/>
            </a:pPr>
            <a:r>
              <a:rPr lang="en-US" b="0" dirty="0">
                <a:solidFill>
                  <a:srgbClr val="AF00DB"/>
                </a:solidFill>
                <a:effectLst/>
                <a:latin typeface="Menlo" panose="020B0609030804020204" pitchFamily="49" charset="0"/>
              </a:rPr>
              <a:t>@inject</a:t>
            </a:r>
            <a:r>
              <a:rPr lang="en-US" b="0" dirty="0">
                <a:solidFill>
                  <a:srgbClr val="000000"/>
                </a:solidFill>
                <a:effectLst/>
                <a:latin typeface="Menlo" panose="020B0609030804020204" pitchFamily="49" charset="0"/>
              </a:rPr>
              <a:t> </a:t>
            </a:r>
            <a:r>
              <a:rPr lang="en-US" b="0" dirty="0">
                <a:solidFill>
                  <a:srgbClr val="267F99"/>
                </a:solidFill>
                <a:effectLst/>
                <a:latin typeface="Menlo" panose="020B0609030804020204" pitchFamily="49" charset="0"/>
              </a:rPr>
              <a:t>Tenant</a:t>
            </a:r>
            <a:r>
              <a:rPr lang="en-US" b="0" dirty="0">
                <a:solidFill>
                  <a:srgbClr val="000000"/>
                </a:solidFill>
                <a:effectLst/>
                <a:latin typeface="Menlo" panose="020B0609030804020204" pitchFamily="49" charset="0"/>
              </a:rPr>
              <a:t> </a:t>
            </a:r>
            <a:r>
              <a:rPr lang="en-US" b="0" dirty="0">
                <a:solidFill>
                  <a:srgbClr val="001080"/>
                </a:solidFill>
                <a:effectLst/>
                <a:latin typeface="Menlo" panose="020B0609030804020204" pitchFamily="49" charset="0"/>
              </a:rPr>
              <a:t>tenant</a:t>
            </a:r>
            <a:r>
              <a:rPr lang="en-US" b="0" dirty="0">
                <a:solidFill>
                  <a:srgbClr val="AF00DB"/>
                </a:solidFill>
                <a:effectLst/>
                <a:latin typeface="Menlo" panose="020B0609030804020204" pitchFamily="49" charset="0"/>
              </a:rPr>
              <a:t>;</a:t>
            </a:r>
            <a:endParaRPr lang="en-US" b="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4388217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04EC7-226A-9FEF-3302-4FF8EE9B2745}"/>
              </a:ext>
            </a:extLst>
          </p:cNvPr>
          <p:cNvSpPr>
            <a:spLocks noGrp="1"/>
          </p:cNvSpPr>
          <p:nvPr>
            <p:ph type="title"/>
          </p:nvPr>
        </p:nvSpPr>
        <p:spPr/>
        <p:txBody>
          <a:bodyPr/>
          <a:lstStyle/>
          <a:p>
            <a:r>
              <a:rPr lang="en-US" dirty="0"/>
              <a:t>Protecting a Tenant</a:t>
            </a:r>
          </a:p>
        </p:txBody>
      </p:sp>
      <p:sp>
        <p:nvSpPr>
          <p:cNvPr id="3" name="Text Placeholder 2">
            <a:extLst>
              <a:ext uri="{FF2B5EF4-FFF2-40B4-BE49-F238E27FC236}">
                <a16:creationId xmlns:a16="http://schemas.microsoft.com/office/drawing/2014/main" id="{91D24358-FE4E-652A-43F8-E93DA38B1F2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048301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EEDB1-C158-9FD5-0195-9D40953D5FA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09A7D16-CC4F-464B-1057-4A42D41D2839}"/>
              </a:ext>
            </a:extLst>
          </p:cNvPr>
          <p:cNvSpPr>
            <a:spLocks noGrp="1"/>
          </p:cNvSpPr>
          <p:nvPr>
            <p:ph type="title"/>
          </p:nvPr>
        </p:nvSpPr>
        <p:spPr/>
        <p:txBody>
          <a:bodyPr/>
          <a:lstStyle/>
          <a:p>
            <a:r>
              <a:rPr lang="en-US" dirty="0"/>
              <a:t>Protecting a tenant – </a:t>
            </a:r>
            <a:r>
              <a:rPr lang="en-US" dirty="0" err="1"/>
              <a:t>ApplicationUser.cs</a:t>
            </a:r>
            <a:r>
              <a:rPr lang="en-US" dirty="0"/>
              <a:t> </a:t>
            </a:r>
          </a:p>
        </p:txBody>
      </p:sp>
      <p:sp>
        <p:nvSpPr>
          <p:cNvPr id="4" name="TextBox 3">
            <a:extLst>
              <a:ext uri="{FF2B5EF4-FFF2-40B4-BE49-F238E27FC236}">
                <a16:creationId xmlns:a16="http://schemas.microsoft.com/office/drawing/2014/main" id="{F0F267EE-FA59-57D5-B6D4-CA6E25122332}"/>
              </a:ext>
            </a:extLst>
          </p:cNvPr>
          <p:cNvSpPr txBox="1"/>
          <p:nvPr/>
        </p:nvSpPr>
        <p:spPr>
          <a:xfrm>
            <a:off x="1296000" y="2228671"/>
            <a:ext cx="7190508" cy="1200329"/>
          </a:xfrm>
          <a:prstGeom prst="rect">
            <a:avLst/>
          </a:prstGeom>
          <a:noFill/>
        </p:spPr>
        <p:txBody>
          <a:bodyPr wrap="square">
            <a:spAutoFit/>
          </a:bodyPr>
          <a:lstStyle/>
          <a:p>
            <a:r>
              <a:rPr lang="en-US" dirty="0">
                <a:solidFill>
                  <a:srgbClr val="0F54D6"/>
                </a:solidFill>
                <a:effectLst/>
              </a:rPr>
              <a:t>public class </a:t>
            </a:r>
            <a:r>
              <a:rPr lang="en-US" dirty="0" err="1">
                <a:solidFill>
                  <a:srgbClr val="8C6C41"/>
                </a:solidFill>
                <a:effectLst/>
              </a:rPr>
              <a:t>ApplicationUser</a:t>
            </a:r>
            <a:r>
              <a:rPr lang="en-US" dirty="0">
                <a:solidFill>
                  <a:srgbClr val="8C6C41"/>
                </a:solidFill>
                <a:effectLst/>
              </a:rPr>
              <a:t> </a:t>
            </a:r>
            <a:r>
              <a:rPr lang="en-US" dirty="0">
                <a:solidFill>
                  <a:srgbClr val="202020"/>
                </a:solidFill>
                <a:effectLst/>
              </a:rPr>
              <a:t>: </a:t>
            </a:r>
            <a:r>
              <a:rPr lang="en-US" dirty="0" err="1">
                <a:solidFill>
                  <a:srgbClr val="8C6C41"/>
                </a:solidFill>
                <a:effectLst/>
              </a:rPr>
              <a:t>IdentityUser</a:t>
            </a:r>
            <a:br>
              <a:rPr lang="en-US" dirty="0">
                <a:solidFill>
                  <a:srgbClr val="8C6C41"/>
                </a:solidFill>
                <a:effectLst/>
              </a:rPr>
            </a:b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a:solidFill>
                  <a:srgbClr val="0F54D6"/>
                </a:solidFill>
                <a:effectLst/>
              </a:rPr>
              <a:t>public string </a:t>
            </a:r>
            <a:r>
              <a:rPr lang="en-US" dirty="0" err="1">
                <a:solidFill>
                  <a:srgbClr val="248700"/>
                </a:solidFill>
                <a:effectLst/>
              </a:rPr>
              <a:t>TenantId</a:t>
            </a:r>
            <a:r>
              <a:rPr lang="en-US" dirty="0">
                <a:solidFill>
                  <a:srgbClr val="248700"/>
                </a:solidFill>
                <a:effectLst/>
              </a:rPr>
              <a:t> </a:t>
            </a:r>
            <a:r>
              <a:rPr lang="en-US" b="1" dirty="0">
                <a:solidFill>
                  <a:srgbClr val="383838"/>
                </a:solidFill>
                <a:effectLst/>
              </a:rPr>
              <a:t>{ </a:t>
            </a:r>
            <a:r>
              <a:rPr lang="en-US" dirty="0">
                <a:solidFill>
                  <a:srgbClr val="6B2FBA"/>
                </a:solidFill>
                <a:effectLst/>
              </a:rPr>
              <a:t>get</a:t>
            </a:r>
            <a:r>
              <a:rPr lang="en-US" b="1" dirty="0">
                <a:solidFill>
                  <a:srgbClr val="383838"/>
                </a:solidFill>
                <a:effectLst/>
              </a:rPr>
              <a:t>; </a:t>
            </a:r>
            <a:r>
              <a:rPr lang="en-US" dirty="0">
                <a:solidFill>
                  <a:srgbClr val="6B2FBA"/>
                </a:solidFill>
                <a:effectLst/>
              </a:rPr>
              <a:t>set</a:t>
            </a:r>
            <a:r>
              <a:rPr lang="en-US" b="1" dirty="0">
                <a:solidFill>
                  <a:srgbClr val="383838"/>
                </a:solidFill>
                <a:effectLst/>
              </a:rPr>
              <a:t>; }</a:t>
            </a:r>
            <a:br>
              <a:rPr lang="en-US" b="1" dirty="0">
                <a:solidFill>
                  <a:srgbClr val="383838"/>
                </a:solidFill>
                <a:effectLst/>
              </a:rPr>
            </a:br>
            <a:r>
              <a:rPr lang="en-US" b="1" dirty="0">
                <a:solidFill>
                  <a:srgbClr val="383838"/>
                </a:solidFill>
                <a:effectLst/>
              </a:rPr>
              <a:t>}</a:t>
            </a:r>
            <a:endParaRPr lang="en-US" dirty="0">
              <a:solidFill>
                <a:srgbClr val="202020"/>
              </a:solidFill>
              <a:effectLst/>
            </a:endParaRPr>
          </a:p>
        </p:txBody>
      </p:sp>
    </p:spTree>
    <p:extLst>
      <p:ext uri="{BB962C8B-B14F-4D97-AF65-F5344CB8AC3E}">
        <p14:creationId xmlns:p14="http://schemas.microsoft.com/office/powerpoint/2010/main" val="26311627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9C704-632B-9968-BDCC-21BE9F33025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A6B4472-0431-1B0C-0BB3-0FBEE6D482EA}"/>
              </a:ext>
            </a:extLst>
          </p:cNvPr>
          <p:cNvSpPr>
            <a:spLocks noGrp="1"/>
          </p:cNvSpPr>
          <p:nvPr>
            <p:ph type="title"/>
          </p:nvPr>
        </p:nvSpPr>
        <p:spPr>
          <a:xfrm>
            <a:off x="1296000" y="720000"/>
            <a:ext cx="10541324" cy="1296000"/>
          </a:xfrm>
        </p:spPr>
        <p:txBody>
          <a:bodyPr/>
          <a:lstStyle/>
          <a:p>
            <a:r>
              <a:rPr lang="en-US" dirty="0"/>
              <a:t>Protecting a tenant – </a:t>
            </a:r>
            <a:r>
              <a:rPr lang="en-US" dirty="0" err="1"/>
              <a:t>ApplicationDbContext.cs</a:t>
            </a:r>
            <a:br>
              <a:rPr lang="en-US" dirty="0"/>
            </a:br>
            <a:r>
              <a:rPr lang="en-US" dirty="0"/>
              <a:t> </a:t>
            </a:r>
          </a:p>
        </p:txBody>
      </p:sp>
      <p:sp>
        <p:nvSpPr>
          <p:cNvPr id="4" name="TextBox 3">
            <a:extLst>
              <a:ext uri="{FF2B5EF4-FFF2-40B4-BE49-F238E27FC236}">
                <a16:creationId xmlns:a16="http://schemas.microsoft.com/office/drawing/2014/main" id="{A563EA7E-9F98-BD1F-ED4F-16F8C2D9C3C3}"/>
              </a:ext>
            </a:extLst>
          </p:cNvPr>
          <p:cNvSpPr txBox="1"/>
          <p:nvPr/>
        </p:nvSpPr>
        <p:spPr>
          <a:xfrm>
            <a:off x="1234439" y="1767011"/>
            <a:ext cx="10145683" cy="1754326"/>
          </a:xfrm>
          <a:prstGeom prst="rect">
            <a:avLst/>
          </a:prstGeom>
          <a:noFill/>
        </p:spPr>
        <p:txBody>
          <a:bodyPr wrap="square">
            <a:spAutoFit/>
          </a:bodyPr>
          <a:lstStyle/>
          <a:p>
            <a:r>
              <a:rPr lang="en-US" dirty="0">
                <a:solidFill>
                  <a:srgbClr val="0F54D6"/>
                </a:solidFill>
                <a:effectLst/>
              </a:rPr>
              <a:t>public class </a:t>
            </a:r>
            <a:r>
              <a:rPr lang="en-US" dirty="0" err="1">
                <a:solidFill>
                  <a:srgbClr val="8C6C41"/>
                </a:solidFill>
                <a:effectLst/>
              </a:rPr>
              <a:t>ApplicationDbContext</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err="1">
                <a:solidFill>
                  <a:srgbClr val="8C6C41"/>
                </a:solidFill>
                <a:effectLst/>
              </a:rPr>
              <a:t>DbContextOptions</a:t>
            </a:r>
            <a:r>
              <a:rPr lang="en-US" dirty="0">
                <a:solidFill>
                  <a:srgbClr val="383838"/>
                </a:solidFill>
                <a:effectLst/>
              </a:rPr>
              <a:t>&lt;</a:t>
            </a:r>
            <a:r>
              <a:rPr lang="en-US" dirty="0" err="1">
                <a:solidFill>
                  <a:srgbClr val="8C6C41"/>
                </a:solidFill>
                <a:effectLst/>
              </a:rPr>
              <a:t>ApplicationDbContext</a:t>
            </a:r>
            <a:r>
              <a:rPr lang="en-US" dirty="0">
                <a:solidFill>
                  <a:srgbClr val="383838"/>
                </a:solidFill>
                <a:effectLst/>
              </a:rPr>
              <a:t>&gt; </a:t>
            </a:r>
            <a:r>
              <a:rPr lang="en-US" dirty="0">
                <a:solidFill>
                  <a:srgbClr val="1B6600"/>
                </a:solidFill>
                <a:effectLst/>
              </a:rPr>
              <a:t>options</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a:solidFill>
                  <a:srgbClr val="202020"/>
                </a:solidFill>
                <a:effectLst/>
              </a:rPr>
              <a:t>: </a:t>
            </a:r>
            <a:r>
              <a:rPr lang="en-US" dirty="0" err="1">
                <a:solidFill>
                  <a:srgbClr val="8C6C41"/>
                </a:solidFill>
                <a:effectLst/>
              </a:rPr>
              <a:t>IdentityDbContext</a:t>
            </a:r>
            <a:r>
              <a:rPr lang="en-US" dirty="0">
                <a:solidFill>
                  <a:srgbClr val="383838"/>
                </a:solidFill>
                <a:effectLst/>
              </a:rPr>
              <a:t>&lt;</a:t>
            </a:r>
            <a:r>
              <a:rPr lang="en-US" dirty="0" err="1">
                <a:solidFill>
                  <a:srgbClr val="8C6C41"/>
                </a:solidFill>
                <a:effectLst/>
                <a:highlight>
                  <a:srgbClr val="FFFF00"/>
                </a:highlight>
              </a:rPr>
              <a:t>ApplicationUser</a:t>
            </a:r>
            <a:r>
              <a:rPr lang="en-US" dirty="0">
                <a:solidFill>
                  <a:srgbClr val="383838"/>
                </a:solidFill>
                <a:effectLst/>
              </a:rPr>
              <a:t>&gt;</a:t>
            </a:r>
            <a:r>
              <a:rPr lang="en-US" b="1" dirty="0">
                <a:solidFill>
                  <a:srgbClr val="383838"/>
                </a:solidFill>
                <a:effectLst/>
              </a:rPr>
              <a:t>(</a:t>
            </a:r>
            <a:r>
              <a:rPr lang="en-US" dirty="0">
                <a:solidFill>
                  <a:srgbClr val="1B6600"/>
                </a:solidFill>
                <a:effectLst/>
              </a:rPr>
              <a:t>options</a:t>
            </a:r>
            <a:r>
              <a:rPr lang="en-US" b="1" dirty="0">
                <a:solidFill>
                  <a:srgbClr val="383838"/>
                </a:solidFill>
                <a:effectLst/>
              </a:rPr>
              <a:t>)</a:t>
            </a:r>
            <a:br>
              <a:rPr lang="en-US" b="1" dirty="0">
                <a:solidFill>
                  <a:srgbClr val="383838"/>
                </a:solidFill>
                <a:effectLst/>
              </a:rPr>
            </a:br>
            <a:r>
              <a:rPr lang="en-US" b="1" dirty="0">
                <a:solidFill>
                  <a:srgbClr val="383838"/>
                </a:solidFill>
                <a:effectLst/>
              </a:rPr>
              <a:t>{</a:t>
            </a:r>
            <a:br>
              <a:rPr lang="en-US" b="1" dirty="0">
                <a:solidFill>
                  <a:srgbClr val="383838"/>
                </a:solidFill>
                <a:effectLst/>
              </a:rPr>
            </a:br>
            <a:r>
              <a:rPr lang="en-US" b="1" dirty="0">
                <a:solidFill>
                  <a:srgbClr val="383838"/>
                </a:solidFill>
                <a:effectLst/>
              </a:rPr>
              <a:t>	//…	</a:t>
            </a:r>
            <a:br>
              <a:rPr lang="en-US" b="1" dirty="0">
                <a:solidFill>
                  <a:srgbClr val="383838"/>
                </a:solidFill>
                <a:effectLst/>
              </a:rPr>
            </a:br>
            <a:r>
              <a:rPr lang="en-US" b="1" dirty="0">
                <a:solidFill>
                  <a:srgbClr val="383838"/>
                </a:solidFill>
                <a:effectLst/>
              </a:rPr>
              <a:t>}</a:t>
            </a:r>
            <a:endParaRPr lang="en-US" dirty="0">
              <a:solidFill>
                <a:srgbClr val="202020"/>
              </a:solidFill>
              <a:effectLst/>
            </a:endParaRPr>
          </a:p>
        </p:txBody>
      </p:sp>
    </p:spTree>
    <p:extLst>
      <p:ext uri="{BB962C8B-B14F-4D97-AF65-F5344CB8AC3E}">
        <p14:creationId xmlns:p14="http://schemas.microsoft.com/office/powerpoint/2010/main" val="33199316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81AC5-B7F6-A4AA-6E4C-20CCA98CE0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8427460-A86D-4C45-44F2-6B46768EE3AE}"/>
              </a:ext>
            </a:extLst>
          </p:cNvPr>
          <p:cNvSpPr>
            <a:spLocks noGrp="1"/>
          </p:cNvSpPr>
          <p:nvPr>
            <p:ph type="title"/>
          </p:nvPr>
        </p:nvSpPr>
        <p:spPr/>
        <p:txBody>
          <a:bodyPr/>
          <a:lstStyle/>
          <a:p>
            <a:r>
              <a:rPr lang="en-US" dirty="0"/>
              <a:t>Protecting a tenant – Add Migration </a:t>
            </a:r>
          </a:p>
        </p:txBody>
      </p:sp>
      <p:sp>
        <p:nvSpPr>
          <p:cNvPr id="4" name="TextBox 3">
            <a:extLst>
              <a:ext uri="{FF2B5EF4-FFF2-40B4-BE49-F238E27FC236}">
                <a16:creationId xmlns:a16="http://schemas.microsoft.com/office/drawing/2014/main" id="{42B5B0E4-4E6F-8740-19BE-9CF87CB28E84}"/>
              </a:ext>
            </a:extLst>
          </p:cNvPr>
          <p:cNvSpPr txBox="1"/>
          <p:nvPr/>
        </p:nvSpPr>
        <p:spPr>
          <a:xfrm>
            <a:off x="1500448" y="2787134"/>
            <a:ext cx="7190508" cy="369332"/>
          </a:xfrm>
          <a:prstGeom prst="rect">
            <a:avLst/>
          </a:prstGeom>
          <a:noFill/>
        </p:spPr>
        <p:txBody>
          <a:bodyPr wrap="square">
            <a:spAutoFit/>
          </a:bodyPr>
          <a:lstStyle/>
          <a:p>
            <a:r>
              <a:rPr lang="en-US" dirty="0"/>
              <a:t>dotnet </a:t>
            </a:r>
            <a:r>
              <a:rPr lang="en-US" dirty="0" err="1"/>
              <a:t>ef</a:t>
            </a:r>
            <a:r>
              <a:rPr lang="en-US" dirty="0"/>
              <a:t> migrations add </a:t>
            </a:r>
            <a:r>
              <a:rPr lang="en-US" dirty="0" err="1"/>
              <a:t>applicationuser</a:t>
            </a:r>
            <a:r>
              <a:rPr lang="en-US" dirty="0"/>
              <a:t> -s ../</a:t>
            </a:r>
            <a:r>
              <a:rPr lang="en-US" dirty="0" err="1"/>
              <a:t>PokeCenter.web</a:t>
            </a:r>
            <a:r>
              <a:rPr lang="en-US" dirty="0"/>
              <a:t>  </a:t>
            </a:r>
          </a:p>
        </p:txBody>
      </p:sp>
    </p:spTree>
    <p:extLst>
      <p:ext uri="{BB962C8B-B14F-4D97-AF65-F5344CB8AC3E}">
        <p14:creationId xmlns:p14="http://schemas.microsoft.com/office/powerpoint/2010/main" val="5717779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F1620-E8FA-C0D6-85F1-1230A9D1841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FF2AF6B-32EC-36B2-1ACC-30B3746854E7}"/>
              </a:ext>
            </a:extLst>
          </p:cNvPr>
          <p:cNvSpPr>
            <a:spLocks noGrp="1"/>
          </p:cNvSpPr>
          <p:nvPr>
            <p:ph type="title"/>
          </p:nvPr>
        </p:nvSpPr>
        <p:spPr/>
        <p:txBody>
          <a:bodyPr/>
          <a:lstStyle/>
          <a:p>
            <a:r>
              <a:rPr lang="en-US" dirty="0"/>
              <a:t>Protecting a tenant – </a:t>
            </a:r>
            <a:r>
              <a:rPr lang="en-US" dirty="0" err="1"/>
              <a:t>ApplicationUserStore</a:t>
            </a:r>
            <a:endParaRPr lang="en-US" dirty="0"/>
          </a:p>
        </p:txBody>
      </p:sp>
      <p:sp>
        <p:nvSpPr>
          <p:cNvPr id="4" name="TextBox 3">
            <a:extLst>
              <a:ext uri="{FF2B5EF4-FFF2-40B4-BE49-F238E27FC236}">
                <a16:creationId xmlns:a16="http://schemas.microsoft.com/office/drawing/2014/main" id="{42067CA5-DB31-DB45-D97B-A4DD7F7B9EFB}"/>
              </a:ext>
            </a:extLst>
          </p:cNvPr>
          <p:cNvSpPr txBox="1"/>
          <p:nvPr/>
        </p:nvSpPr>
        <p:spPr>
          <a:xfrm>
            <a:off x="1032000" y="1513299"/>
            <a:ext cx="9940800" cy="4524315"/>
          </a:xfrm>
          <a:prstGeom prst="rect">
            <a:avLst/>
          </a:prstGeom>
          <a:noFill/>
        </p:spPr>
        <p:txBody>
          <a:bodyPr wrap="square">
            <a:spAutoFit/>
          </a:bodyPr>
          <a:lstStyle/>
          <a:p>
            <a:r>
              <a:rPr lang="en-US" dirty="0">
                <a:solidFill>
                  <a:srgbClr val="0F54D6"/>
                </a:solidFill>
                <a:effectLst/>
              </a:rPr>
              <a:t>public class </a:t>
            </a:r>
            <a:r>
              <a:rPr lang="en-US" dirty="0" err="1">
                <a:solidFill>
                  <a:srgbClr val="8C6C41"/>
                </a:solidFill>
                <a:effectLst/>
              </a:rPr>
              <a:t>ApplicationUserStore</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err="1">
                <a:solidFill>
                  <a:srgbClr val="8C6C41"/>
                </a:solidFill>
                <a:effectLst/>
                <a:highlight>
                  <a:srgbClr val="FFFF00"/>
                </a:highlight>
              </a:rPr>
              <a:t>ApplicationDbContext</a:t>
            </a:r>
            <a:r>
              <a:rPr lang="en-US" dirty="0">
                <a:solidFill>
                  <a:srgbClr val="8C6C41"/>
                </a:solidFill>
                <a:effectLst/>
                <a:highlight>
                  <a:srgbClr val="FFFF00"/>
                </a:highlight>
              </a:rPr>
              <a:t> </a:t>
            </a:r>
            <a:r>
              <a:rPr lang="en-US" dirty="0">
                <a:solidFill>
                  <a:srgbClr val="1B6600"/>
                </a:solidFill>
                <a:effectLst/>
                <a:highlight>
                  <a:srgbClr val="FFFF00"/>
                </a:highlight>
              </a:rPr>
              <a:t>context</a:t>
            </a:r>
            <a:r>
              <a:rPr lang="en-US" b="1" dirty="0">
                <a:solidFill>
                  <a:srgbClr val="383838"/>
                </a:solidFill>
                <a:effectLst/>
                <a:highlight>
                  <a:srgbClr val="FFFF00"/>
                </a:highlight>
              </a:rPr>
              <a:t>,</a:t>
            </a:r>
            <a:br>
              <a:rPr lang="en-US" b="1" dirty="0">
                <a:solidFill>
                  <a:srgbClr val="383838"/>
                </a:solidFill>
                <a:effectLst/>
                <a:highlight>
                  <a:srgbClr val="FFFF00"/>
                </a:highlight>
              </a:rPr>
            </a:br>
            <a:r>
              <a:rPr lang="en-US" b="1" dirty="0">
                <a:solidFill>
                  <a:srgbClr val="383838"/>
                </a:solidFill>
                <a:effectLst/>
              </a:rPr>
              <a:t>    </a:t>
            </a:r>
            <a:r>
              <a:rPr lang="en-US" dirty="0">
                <a:solidFill>
                  <a:srgbClr val="8C6C41"/>
                </a:solidFill>
                <a:effectLst/>
              </a:rPr>
              <a:t>Tenant </a:t>
            </a:r>
            <a:r>
              <a:rPr lang="en-US" dirty="0">
                <a:solidFill>
                  <a:srgbClr val="248700"/>
                </a:solidFill>
                <a:effectLst/>
              </a:rPr>
              <a:t>tenant</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err="1">
                <a:solidFill>
                  <a:srgbClr val="8C6C41"/>
                </a:solidFill>
                <a:effectLst/>
              </a:rPr>
              <a:t>IdentityErrorDescriber</a:t>
            </a:r>
            <a:r>
              <a:rPr lang="en-US" dirty="0">
                <a:solidFill>
                  <a:srgbClr val="202020"/>
                </a:solidFill>
                <a:effectLst/>
              </a:rPr>
              <a:t>? </a:t>
            </a:r>
            <a:r>
              <a:rPr lang="en-US" dirty="0">
                <a:solidFill>
                  <a:srgbClr val="1B6600"/>
                </a:solidFill>
                <a:effectLst/>
              </a:rPr>
              <a:t>describer </a:t>
            </a:r>
            <a:r>
              <a:rPr lang="en-US" dirty="0">
                <a:solidFill>
                  <a:srgbClr val="383838"/>
                </a:solidFill>
                <a:effectLst/>
              </a:rPr>
              <a:t>= </a:t>
            </a:r>
            <a:r>
              <a:rPr lang="en-US" dirty="0">
                <a:solidFill>
                  <a:srgbClr val="0F54D6"/>
                </a:solidFill>
                <a:effectLst/>
              </a:rPr>
              <a:t>null</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a:solidFill>
                  <a:srgbClr val="202020"/>
                </a:solidFill>
                <a:effectLst/>
              </a:rPr>
              <a:t>: </a:t>
            </a:r>
            <a:r>
              <a:rPr lang="en-US" dirty="0" err="1">
                <a:solidFill>
                  <a:srgbClr val="8C6C41"/>
                </a:solidFill>
                <a:effectLst/>
              </a:rPr>
              <a:t>UserStore</a:t>
            </a:r>
            <a:r>
              <a:rPr lang="en-US" dirty="0">
                <a:solidFill>
                  <a:srgbClr val="383838"/>
                </a:solidFill>
                <a:effectLst/>
              </a:rPr>
              <a:t>&lt;</a:t>
            </a:r>
            <a:r>
              <a:rPr lang="en-US" dirty="0" err="1">
                <a:solidFill>
                  <a:srgbClr val="8C6C41"/>
                </a:solidFill>
                <a:effectLst/>
              </a:rPr>
              <a:t>ApplicationUser</a:t>
            </a:r>
            <a:r>
              <a:rPr lang="en-US" dirty="0">
                <a:solidFill>
                  <a:srgbClr val="383838"/>
                </a:solidFill>
                <a:effectLst/>
              </a:rPr>
              <a:t>&gt;</a:t>
            </a:r>
            <a:r>
              <a:rPr lang="en-US" b="1" dirty="0">
                <a:solidFill>
                  <a:srgbClr val="383838"/>
                </a:solidFill>
                <a:effectLst/>
              </a:rPr>
              <a:t>(</a:t>
            </a:r>
            <a:r>
              <a:rPr lang="en-US" dirty="0">
                <a:solidFill>
                  <a:srgbClr val="1B6600"/>
                </a:solidFill>
                <a:effectLst/>
              </a:rPr>
              <a:t>context</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a:solidFill>
                  <a:srgbClr val="1B6600"/>
                </a:solidFill>
                <a:effectLst/>
              </a:rPr>
              <a:t>describer</a:t>
            </a:r>
            <a:r>
              <a:rPr lang="en-US" b="1" dirty="0">
                <a:solidFill>
                  <a:srgbClr val="383838"/>
                </a:solidFill>
                <a:effectLst/>
              </a:rPr>
              <a:t>)</a:t>
            </a:r>
            <a:br>
              <a:rPr lang="en-US" b="1" dirty="0">
                <a:solidFill>
                  <a:srgbClr val="383838"/>
                </a:solidFill>
                <a:effectLst/>
              </a:rPr>
            </a:b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a:solidFill>
                  <a:srgbClr val="0F54D6"/>
                </a:solidFill>
                <a:effectLst/>
              </a:rPr>
              <a:t>public override </a:t>
            </a:r>
            <a:r>
              <a:rPr lang="en-US" dirty="0">
                <a:solidFill>
                  <a:srgbClr val="8C6C41"/>
                </a:solidFill>
                <a:effectLst/>
              </a:rPr>
              <a:t>Task</a:t>
            </a:r>
            <a:r>
              <a:rPr lang="en-US" dirty="0">
                <a:solidFill>
                  <a:srgbClr val="383838"/>
                </a:solidFill>
                <a:effectLst/>
              </a:rPr>
              <a:t>&lt;</a:t>
            </a:r>
            <a:r>
              <a:rPr lang="en-US" dirty="0" err="1">
                <a:solidFill>
                  <a:srgbClr val="8C6C41"/>
                </a:solidFill>
                <a:effectLst/>
              </a:rPr>
              <a:t>IdentityResult</a:t>
            </a:r>
            <a:r>
              <a:rPr lang="en-US" dirty="0">
                <a:solidFill>
                  <a:srgbClr val="383838"/>
                </a:solidFill>
                <a:effectLst/>
              </a:rPr>
              <a:t>&gt; </a:t>
            </a:r>
            <a:r>
              <a:rPr lang="en-US" dirty="0" err="1">
                <a:solidFill>
                  <a:srgbClr val="6B2FBA"/>
                </a:solidFill>
                <a:effectLst/>
              </a:rPr>
              <a:t>CreateAsync</a:t>
            </a:r>
            <a:r>
              <a:rPr lang="en-US" b="1" dirty="0">
                <a:solidFill>
                  <a:srgbClr val="383838"/>
                </a:solidFill>
                <a:effectLst/>
              </a:rPr>
              <a:t>(</a:t>
            </a:r>
            <a:r>
              <a:rPr lang="en-US" dirty="0" err="1">
                <a:solidFill>
                  <a:srgbClr val="8C6C41"/>
                </a:solidFill>
                <a:effectLst/>
              </a:rPr>
              <a:t>ApplicationUser</a:t>
            </a:r>
            <a:r>
              <a:rPr lang="en-US" dirty="0">
                <a:solidFill>
                  <a:srgbClr val="8C6C41"/>
                </a:solidFill>
                <a:effectLst/>
              </a:rPr>
              <a:t> </a:t>
            </a:r>
            <a:r>
              <a:rPr lang="en-US" dirty="0">
                <a:solidFill>
                  <a:srgbClr val="1B6600"/>
                </a:solidFill>
                <a:effectLst/>
              </a:rPr>
              <a:t>user</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err="1">
                <a:solidFill>
                  <a:srgbClr val="635237"/>
                </a:solidFill>
                <a:effectLst/>
              </a:rPr>
              <a:t>CancellationToken</a:t>
            </a:r>
            <a:r>
              <a:rPr lang="en-US" dirty="0">
                <a:solidFill>
                  <a:srgbClr val="635237"/>
                </a:solidFill>
                <a:effectLst/>
              </a:rPr>
              <a:t> </a:t>
            </a:r>
            <a:r>
              <a:rPr lang="en-US" dirty="0" err="1">
                <a:solidFill>
                  <a:srgbClr val="1B6600"/>
                </a:solidFill>
                <a:effectLst/>
              </a:rPr>
              <a:t>cancellationToken</a:t>
            </a:r>
            <a:r>
              <a:rPr lang="en-US" dirty="0">
                <a:solidFill>
                  <a:srgbClr val="1B6600"/>
                </a:solidFill>
                <a:effectLst/>
              </a:rPr>
              <a:t> </a:t>
            </a:r>
            <a:r>
              <a:rPr lang="en-US" dirty="0">
                <a:solidFill>
                  <a:srgbClr val="383838"/>
                </a:solidFill>
                <a:effectLst/>
              </a:rPr>
              <a:t>= </a:t>
            </a:r>
            <a:r>
              <a:rPr lang="en-US" dirty="0">
                <a:solidFill>
                  <a:srgbClr val="0F54D6"/>
                </a:solidFill>
                <a:effectLst/>
              </a:rPr>
              <a:t>new </a:t>
            </a:r>
            <a:r>
              <a:rPr lang="en-US" dirty="0" err="1">
                <a:solidFill>
                  <a:srgbClr val="949494"/>
                </a:solidFill>
                <a:effectLst/>
              </a:rPr>
              <a:t>CancellationToken</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br>
              <a:rPr lang="en-US" b="1" dirty="0">
                <a:solidFill>
                  <a:srgbClr val="383838"/>
                </a:solidFill>
                <a:effectLst/>
              </a:rPr>
            </a:br>
            <a:r>
              <a:rPr lang="en-US" b="1" dirty="0">
                <a:solidFill>
                  <a:srgbClr val="383838"/>
                </a:solidFill>
                <a:effectLst/>
              </a:rPr>
              <a:t>        </a:t>
            </a:r>
            <a:r>
              <a:rPr lang="en-US" dirty="0" err="1">
                <a:solidFill>
                  <a:srgbClr val="1B6600"/>
                </a:solidFill>
                <a:effectLst/>
                <a:highlight>
                  <a:srgbClr val="FFFF00"/>
                </a:highlight>
              </a:rPr>
              <a:t>user</a:t>
            </a:r>
            <a:r>
              <a:rPr lang="en-US" b="1" dirty="0" err="1">
                <a:solidFill>
                  <a:srgbClr val="383838"/>
                </a:solidFill>
                <a:effectLst/>
                <a:highlight>
                  <a:srgbClr val="FFFF00"/>
                </a:highlight>
              </a:rPr>
              <a:t>.</a:t>
            </a:r>
            <a:r>
              <a:rPr lang="en-US" dirty="0" err="1">
                <a:solidFill>
                  <a:srgbClr val="248700"/>
                </a:solidFill>
                <a:effectLst/>
                <a:highlight>
                  <a:srgbClr val="FFFF00"/>
                </a:highlight>
              </a:rPr>
              <a:t>TenantId</a:t>
            </a:r>
            <a:r>
              <a:rPr lang="en-US" dirty="0">
                <a:solidFill>
                  <a:srgbClr val="248700"/>
                </a:solidFill>
                <a:effectLst/>
                <a:highlight>
                  <a:srgbClr val="FFFF00"/>
                </a:highlight>
              </a:rPr>
              <a:t> </a:t>
            </a:r>
            <a:r>
              <a:rPr lang="en-US" dirty="0">
                <a:solidFill>
                  <a:srgbClr val="383838"/>
                </a:solidFill>
                <a:effectLst/>
                <a:highlight>
                  <a:srgbClr val="FFFF00"/>
                </a:highlight>
              </a:rPr>
              <a:t>= </a:t>
            </a:r>
            <a:r>
              <a:rPr lang="en-US" dirty="0" err="1">
                <a:solidFill>
                  <a:srgbClr val="248700"/>
                </a:solidFill>
                <a:effectLst/>
                <a:highlight>
                  <a:srgbClr val="FFFF00"/>
                </a:highlight>
              </a:rPr>
              <a:t>tenant</a:t>
            </a:r>
            <a:r>
              <a:rPr lang="en-US" b="1" dirty="0" err="1">
                <a:solidFill>
                  <a:srgbClr val="383838"/>
                </a:solidFill>
                <a:effectLst/>
                <a:highlight>
                  <a:srgbClr val="FFFF00"/>
                </a:highlight>
              </a:rPr>
              <a:t>.</a:t>
            </a:r>
            <a:r>
              <a:rPr lang="en-US" dirty="0" err="1">
                <a:solidFill>
                  <a:srgbClr val="248700"/>
                </a:solidFill>
                <a:effectLst/>
                <a:highlight>
                  <a:srgbClr val="FFFF00"/>
                </a:highlight>
              </a:rPr>
              <a:t>Id</a:t>
            </a:r>
            <a:r>
              <a:rPr lang="en-US" b="1" dirty="0">
                <a:solidFill>
                  <a:srgbClr val="383838"/>
                </a:solidFill>
                <a:effectLst/>
                <a:highlight>
                  <a:srgbClr val="FFFF00"/>
                </a:highlight>
              </a:rPr>
              <a:t>;</a:t>
            </a:r>
            <a:br>
              <a:rPr lang="en-US" b="1" dirty="0">
                <a:solidFill>
                  <a:srgbClr val="383838"/>
                </a:solidFill>
                <a:effectLst/>
                <a:highlight>
                  <a:srgbClr val="FFFF00"/>
                </a:highlight>
              </a:rPr>
            </a:br>
            <a:r>
              <a:rPr lang="en-US" b="1" dirty="0">
                <a:solidFill>
                  <a:srgbClr val="383838"/>
                </a:solidFill>
                <a:effectLst/>
              </a:rPr>
              <a:t>        </a:t>
            </a:r>
            <a:r>
              <a:rPr lang="en-US" dirty="0">
                <a:solidFill>
                  <a:srgbClr val="0F54D6"/>
                </a:solidFill>
                <a:effectLst/>
              </a:rPr>
              <a:t>return </a:t>
            </a:r>
            <a:r>
              <a:rPr lang="en-US" dirty="0" err="1">
                <a:solidFill>
                  <a:srgbClr val="0F54D6"/>
                </a:solidFill>
                <a:effectLst/>
              </a:rPr>
              <a:t>base</a:t>
            </a:r>
            <a:r>
              <a:rPr lang="en-US" b="1" dirty="0" err="1">
                <a:solidFill>
                  <a:srgbClr val="383838"/>
                </a:solidFill>
                <a:effectLst/>
              </a:rPr>
              <a:t>.</a:t>
            </a:r>
            <a:r>
              <a:rPr lang="en-US" dirty="0" err="1">
                <a:solidFill>
                  <a:srgbClr val="6B2FBA"/>
                </a:solidFill>
                <a:effectLst/>
              </a:rPr>
              <a:t>CreateAsync</a:t>
            </a:r>
            <a:r>
              <a:rPr lang="en-US" b="1" dirty="0">
                <a:solidFill>
                  <a:srgbClr val="383838"/>
                </a:solidFill>
                <a:effectLst/>
              </a:rPr>
              <a:t>(</a:t>
            </a:r>
            <a:r>
              <a:rPr lang="en-US" dirty="0">
                <a:solidFill>
                  <a:srgbClr val="1B6600"/>
                </a:solidFill>
                <a:effectLst/>
              </a:rPr>
              <a:t>user</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err="1">
                <a:solidFill>
                  <a:srgbClr val="1B6600"/>
                </a:solidFill>
                <a:effectLst/>
              </a:rPr>
              <a:t>cancellationToken</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br>
              <a:rPr lang="en-US" b="1" dirty="0">
                <a:solidFill>
                  <a:srgbClr val="383838"/>
                </a:solidFill>
                <a:effectLst/>
              </a:rPr>
            </a:br>
            <a:r>
              <a:rPr lang="en-US" b="1" dirty="0">
                <a:solidFill>
                  <a:srgbClr val="383838"/>
                </a:solidFill>
                <a:effectLst/>
              </a:rPr>
              <a:t>}</a:t>
            </a:r>
            <a:br>
              <a:rPr lang="en-US" b="1" dirty="0">
                <a:solidFill>
                  <a:srgbClr val="383838"/>
                </a:solidFill>
                <a:effectLst/>
              </a:rPr>
            </a:br>
            <a:endParaRPr lang="en-US" dirty="0">
              <a:solidFill>
                <a:srgbClr val="202020"/>
              </a:solidFill>
              <a:effectLst/>
            </a:endParaRPr>
          </a:p>
        </p:txBody>
      </p:sp>
    </p:spTree>
    <p:extLst>
      <p:ext uri="{BB962C8B-B14F-4D97-AF65-F5344CB8AC3E}">
        <p14:creationId xmlns:p14="http://schemas.microsoft.com/office/powerpoint/2010/main" val="8612303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60D7B-4134-EA6D-C57C-CE4DAEB355E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BB6AD6B-B17F-545C-29DF-BCA40C8706F0}"/>
              </a:ext>
            </a:extLst>
          </p:cNvPr>
          <p:cNvSpPr>
            <a:spLocks noGrp="1"/>
          </p:cNvSpPr>
          <p:nvPr>
            <p:ph type="title"/>
          </p:nvPr>
        </p:nvSpPr>
        <p:spPr>
          <a:xfrm>
            <a:off x="1295999" y="720000"/>
            <a:ext cx="10607825" cy="1296000"/>
          </a:xfrm>
        </p:spPr>
        <p:txBody>
          <a:bodyPr/>
          <a:lstStyle/>
          <a:p>
            <a:r>
              <a:rPr lang="en-US" dirty="0"/>
              <a:t>Protecting a tenant – MultiTenantSigninManager </a:t>
            </a:r>
          </a:p>
        </p:txBody>
      </p:sp>
      <p:sp>
        <p:nvSpPr>
          <p:cNvPr id="4" name="TextBox 3">
            <a:extLst>
              <a:ext uri="{FF2B5EF4-FFF2-40B4-BE49-F238E27FC236}">
                <a16:creationId xmlns:a16="http://schemas.microsoft.com/office/drawing/2014/main" id="{4CB78E3D-E2C8-546E-A30D-4CC120C744FB}"/>
              </a:ext>
            </a:extLst>
          </p:cNvPr>
          <p:cNvSpPr txBox="1"/>
          <p:nvPr/>
        </p:nvSpPr>
        <p:spPr>
          <a:xfrm>
            <a:off x="394855" y="1907935"/>
            <a:ext cx="10782992" cy="3693319"/>
          </a:xfrm>
          <a:prstGeom prst="rect">
            <a:avLst/>
          </a:prstGeom>
          <a:noFill/>
        </p:spPr>
        <p:txBody>
          <a:bodyPr wrap="square">
            <a:spAutoFit/>
          </a:bodyPr>
          <a:lstStyle/>
          <a:p>
            <a:r>
              <a:rPr lang="en-US" dirty="0">
                <a:solidFill>
                  <a:srgbClr val="0F54D6"/>
                </a:solidFill>
                <a:effectLst/>
              </a:rPr>
              <a:t>public class </a:t>
            </a:r>
            <a:r>
              <a:rPr lang="en-US" dirty="0">
                <a:solidFill>
                  <a:srgbClr val="8C6C41"/>
                </a:solidFill>
                <a:effectLst/>
              </a:rPr>
              <a:t>MultiTenantSigninManager</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b="1" dirty="0">
                <a:solidFill>
                  <a:srgbClr val="383838"/>
                </a:solidFill>
              </a:rPr>
              <a:t>/**/,</a:t>
            </a:r>
            <a:br>
              <a:rPr lang="en-US" b="1" dirty="0">
                <a:solidFill>
                  <a:srgbClr val="383838"/>
                </a:solidFill>
                <a:effectLst/>
              </a:rPr>
            </a:br>
            <a:r>
              <a:rPr lang="en-US" b="1" dirty="0">
                <a:solidFill>
                  <a:srgbClr val="383838"/>
                </a:solidFill>
                <a:effectLst/>
              </a:rPr>
              <a:t>    </a:t>
            </a:r>
            <a:r>
              <a:rPr lang="en-US" dirty="0">
                <a:solidFill>
                  <a:srgbClr val="8C6C41"/>
                </a:solidFill>
                <a:effectLst/>
              </a:rPr>
              <a:t>Tenant </a:t>
            </a:r>
            <a:r>
              <a:rPr lang="en-US" dirty="0">
                <a:solidFill>
                  <a:srgbClr val="248700"/>
                </a:solidFill>
                <a:effectLst/>
              </a:rPr>
              <a:t>tenant</a:t>
            </a:r>
            <a:br>
              <a:rPr lang="en-US" dirty="0">
                <a:solidFill>
                  <a:srgbClr val="248700"/>
                </a:solidFill>
                <a:effectLst/>
              </a:rPr>
            </a:br>
            <a:r>
              <a:rPr lang="en-US" b="1" dirty="0">
                <a:solidFill>
                  <a:srgbClr val="383838"/>
                </a:solidFill>
                <a:effectLst/>
              </a:rPr>
              <a:t>)    </a:t>
            </a:r>
            <a:r>
              <a:rPr lang="en-US" dirty="0">
                <a:solidFill>
                  <a:srgbClr val="202020"/>
                </a:solidFill>
                <a:effectLst/>
              </a:rPr>
              <a:t>: </a:t>
            </a:r>
            <a:r>
              <a:rPr lang="en-US" dirty="0" err="1">
                <a:solidFill>
                  <a:srgbClr val="8C6C41"/>
                </a:solidFill>
                <a:effectLst/>
              </a:rPr>
              <a:t>SignInManager</a:t>
            </a:r>
            <a:r>
              <a:rPr lang="en-US" dirty="0">
                <a:solidFill>
                  <a:srgbClr val="383838"/>
                </a:solidFill>
                <a:effectLst/>
              </a:rPr>
              <a:t>&lt;</a:t>
            </a:r>
            <a:r>
              <a:rPr lang="en-US" dirty="0" err="1">
                <a:solidFill>
                  <a:srgbClr val="8C6C41"/>
                </a:solidFill>
                <a:effectLst/>
              </a:rPr>
              <a:t>ApplicationUser</a:t>
            </a:r>
            <a:r>
              <a:rPr lang="en-US" dirty="0">
                <a:solidFill>
                  <a:srgbClr val="383838"/>
                </a:solidFill>
                <a:effectLst/>
              </a:rPr>
              <a:t>&gt;</a:t>
            </a:r>
            <a:r>
              <a:rPr lang="en-US" b="1" dirty="0">
                <a:solidFill>
                  <a:srgbClr val="383838"/>
                </a:solidFill>
                <a:effectLst/>
              </a:rPr>
              <a:t>(/**/)</a:t>
            </a:r>
            <a:br>
              <a:rPr lang="en-US" b="1" dirty="0">
                <a:solidFill>
                  <a:srgbClr val="383838"/>
                </a:solidFill>
                <a:effectLst/>
              </a:rPr>
            </a:b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a:solidFill>
                  <a:srgbClr val="0F54D6"/>
                </a:solidFill>
                <a:effectLst/>
              </a:rPr>
              <a:t>public override </a:t>
            </a:r>
            <a:r>
              <a:rPr lang="en-US" dirty="0">
                <a:solidFill>
                  <a:srgbClr val="8C6C41"/>
                </a:solidFill>
                <a:effectLst/>
              </a:rPr>
              <a:t>Task</a:t>
            </a:r>
            <a:r>
              <a:rPr lang="en-US" dirty="0">
                <a:solidFill>
                  <a:srgbClr val="383838"/>
                </a:solidFill>
                <a:effectLst/>
              </a:rPr>
              <a:t>&lt;</a:t>
            </a:r>
            <a:r>
              <a:rPr lang="en-US" dirty="0" err="1">
                <a:solidFill>
                  <a:srgbClr val="8C6C41"/>
                </a:solidFill>
                <a:effectLst/>
              </a:rPr>
              <a:t>SignInResult</a:t>
            </a:r>
            <a:r>
              <a:rPr lang="en-US" dirty="0">
                <a:solidFill>
                  <a:srgbClr val="383838"/>
                </a:solidFill>
                <a:effectLst/>
              </a:rPr>
              <a:t>&gt; </a:t>
            </a:r>
            <a:r>
              <a:rPr lang="en-US" dirty="0" err="1">
                <a:solidFill>
                  <a:srgbClr val="6B2FBA"/>
                </a:solidFill>
                <a:effectLst/>
              </a:rPr>
              <a:t>PasswordSignInAsync</a:t>
            </a:r>
            <a:r>
              <a:rPr lang="en-US" b="1" dirty="0">
                <a:solidFill>
                  <a:srgbClr val="383838"/>
                </a:solidFill>
                <a:effectLst/>
              </a:rPr>
              <a:t>(</a:t>
            </a:r>
            <a:r>
              <a:rPr lang="en-US" dirty="0" err="1">
                <a:solidFill>
                  <a:srgbClr val="8C6C41"/>
                </a:solidFill>
                <a:effectLst/>
              </a:rPr>
              <a:t>ApplicationUser</a:t>
            </a:r>
            <a:r>
              <a:rPr lang="en-US" dirty="0">
                <a:solidFill>
                  <a:srgbClr val="8C6C41"/>
                </a:solidFill>
                <a:effectLst/>
              </a:rPr>
              <a:t> </a:t>
            </a:r>
            <a:r>
              <a:rPr lang="en-US" dirty="0">
                <a:solidFill>
                  <a:srgbClr val="1B6600"/>
                </a:solidFill>
                <a:effectLst/>
              </a:rPr>
              <a:t>user</a:t>
            </a:r>
            <a:r>
              <a:rPr lang="en-US" b="1" dirty="0">
                <a:solidFill>
                  <a:srgbClr val="383838"/>
                </a:solidFill>
                <a:effectLst/>
              </a:rPr>
              <a:t>, </a:t>
            </a:r>
            <a:r>
              <a:rPr lang="en-US" dirty="0">
                <a:solidFill>
                  <a:srgbClr val="0F54D6"/>
                </a:solidFill>
                <a:effectLst/>
              </a:rPr>
              <a:t>string </a:t>
            </a:r>
            <a:r>
              <a:rPr lang="en-US" dirty="0">
                <a:solidFill>
                  <a:srgbClr val="1B6600"/>
                </a:solidFill>
                <a:effectLst/>
              </a:rPr>
              <a:t>password</a:t>
            </a:r>
            <a:r>
              <a:rPr lang="en-US" b="1" dirty="0">
                <a:solidFill>
                  <a:srgbClr val="383838"/>
                </a:solidFill>
                <a:effectLst/>
              </a:rPr>
              <a:t>, </a:t>
            </a:r>
            <a:r>
              <a:rPr lang="en-US" dirty="0">
                <a:solidFill>
                  <a:srgbClr val="0F54D6"/>
                </a:solidFill>
                <a:effectLst/>
              </a:rPr>
              <a:t>bool </a:t>
            </a:r>
            <a:r>
              <a:rPr lang="en-US" dirty="0" err="1">
                <a:solidFill>
                  <a:srgbClr val="1B6600"/>
                </a:solidFill>
                <a:effectLst/>
              </a:rPr>
              <a:t>isPersistent</a:t>
            </a:r>
            <a:r>
              <a:rPr lang="en-US" b="1" dirty="0">
                <a:solidFill>
                  <a:srgbClr val="383838"/>
                </a:solidFill>
                <a:effectLst/>
              </a:rPr>
              <a:t>, </a:t>
            </a:r>
            <a:r>
              <a:rPr lang="en-US" dirty="0">
                <a:solidFill>
                  <a:srgbClr val="0F54D6"/>
                </a:solidFill>
                <a:effectLst/>
              </a:rPr>
              <a:t>bool </a:t>
            </a:r>
            <a:r>
              <a:rPr lang="en-US" dirty="0" err="1">
                <a:solidFill>
                  <a:srgbClr val="1B6600"/>
                </a:solidFill>
                <a:effectLst/>
              </a:rPr>
              <a:t>lockoutOnFailure</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br>
              <a:rPr lang="en-US" b="1" dirty="0">
                <a:solidFill>
                  <a:srgbClr val="383838"/>
                </a:solidFill>
                <a:effectLst/>
              </a:rPr>
            </a:br>
            <a:r>
              <a:rPr lang="en-US" b="1" dirty="0">
                <a:solidFill>
                  <a:srgbClr val="383838"/>
                </a:solidFill>
                <a:effectLst/>
              </a:rPr>
              <a:t>        </a:t>
            </a:r>
            <a:r>
              <a:rPr lang="en-US" dirty="0">
                <a:solidFill>
                  <a:srgbClr val="0F54D6"/>
                </a:solidFill>
                <a:effectLst/>
                <a:highlight>
                  <a:srgbClr val="FFFF00"/>
                </a:highlight>
              </a:rPr>
              <a:t>if </a:t>
            </a:r>
            <a:r>
              <a:rPr lang="en-US" b="1" dirty="0">
                <a:solidFill>
                  <a:srgbClr val="383838"/>
                </a:solidFill>
                <a:effectLst/>
                <a:highlight>
                  <a:srgbClr val="FFFF00"/>
                </a:highlight>
              </a:rPr>
              <a:t>(</a:t>
            </a:r>
            <a:r>
              <a:rPr lang="en-US" dirty="0" err="1">
                <a:solidFill>
                  <a:srgbClr val="1B6600"/>
                </a:solidFill>
                <a:effectLst/>
                <a:highlight>
                  <a:srgbClr val="FFFF00"/>
                </a:highlight>
              </a:rPr>
              <a:t>user</a:t>
            </a:r>
            <a:r>
              <a:rPr lang="en-US" b="1" dirty="0" err="1">
                <a:solidFill>
                  <a:srgbClr val="383838"/>
                </a:solidFill>
                <a:effectLst/>
                <a:highlight>
                  <a:srgbClr val="FFFF00"/>
                </a:highlight>
              </a:rPr>
              <a:t>.</a:t>
            </a:r>
            <a:r>
              <a:rPr lang="en-US" dirty="0" err="1">
                <a:solidFill>
                  <a:srgbClr val="248700"/>
                </a:solidFill>
                <a:effectLst/>
                <a:highlight>
                  <a:srgbClr val="FFFF00"/>
                </a:highlight>
              </a:rPr>
              <a:t>TenantId</a:t>
            </a:r>
            <a:r>
              <a:rPr lang="en-US" dirty="0">
                <a:solidFill>
                  <a:srgbClr val="248700"/>
                </a:solidFill>
                <a:effectLst/>
                <a:highlight>
                  <a:srgbClr val="FFFF00"/>
                </a:highlight>
              </a:rPr>
              <a:t> </a:t>
            </a:r>
            <a:r>
              <a:rPr lang="en-US" dirty="0">
                <a:solidFill>
                  <a:srgbClr val="383838"/>
                </a:solidFill>
                <a:effectLst/>
                <a:highlight>
                  <a:srgbClr val="FFFF00"/>
                </a:highlight>
              </a:rPr>
              <a:t>!= </a:t>
            </a:r>
            <a:r>
              <a:rPr lang="en-US" dirty="0" err="1">
                <a:solidFill>
                  <a:srgbClr val="248700"/>
                </a:solidFill>
                <a:effectLst/>
                <a:highlight>
                  <a:srgbClr val="FFFF00"/>
                </a:highlight>
              </a:rPr>
              <a:t>tenant</a:t>
            </a:r>
            <a:r>
              <a:rPr lang="en-US" b="1" dirty="0" err="1">
                <a:solidFill>
                  <a:srgbClr val="383838"/>
                </a:solidFill>
                <a:effectLst/>
                <a:highlight>
                  <a:srgbClr val="FFFF00"/>
                </a:highlight>
              </a:rPr>
              <a:t>.</a:t>
            </a:r>
            <a:r>
              <a:rPr lang="en-US" dirty="0" err="1">
                <a:solidFill>
                  <a:srgbClr val="248700"/>
                </a:solidFill>
                <a:effectLst/>
                <a:highlight>
                  <a:srgbClr val="FFFF00"/>
                </a:highlight>
              </a:rPr>
              <a:t>Id</a:t>
            </a:r>
            <a:r>
              <a:rPr lang="en-US" b="1" dirty="0">
                <a:solidFill>
                  <a:srgbClr val="383838"/>
                </a:solidFill>
                <a:effectLst/>
                <a:highlight>
                  <a:srgbClr val="FFFF00"/>
                </a:highlight>
              </a:rPr>
              <a:t>)</a:t>
            </a:r>
            <a:br>
              <a:rPr lang="en-US" b="1" dirty="0">
                <a:solidFill>
                  <a:srgbClr val="383838"/>
                </a:solidFill>
                <a:effectLst/>
                <a:highlight>
                  <a:srgbClr val="FFFF00"/>
                </a:highlight>
              </a:rPr>
            </a:br>
            <a:r>
              <a:rPr lang="en-US" b="1" dirty="0">
                <a:solidFill>
                  <a:srgbClr val="383838"/>
                </a:solidFill>
                <a:effectLst/>
                <a:highlight>
                  <a:srgbClr val="FFFF00"/>
                </a:highlight>
              </a:rPr>
              <a:t>            </a:t>
            </a:r>
            <a:r>
              <a:rPr lang="en-US" dirty="0">
                <a:solidFill>
                  <a:srgbClr val="0F54D6"/>
                </a:solidFill>
                <a:effectLst/>
                <a:highlight>
                  <a:srgbClr val="FFFF00"/>
                </a:highlight>
              </a:rPr>
              <a:t>return </a:t>
            </a:r>
            <a:r>
              <a:rPr lang="en-US" dirty="0" err="1">
                <a:solidFill>
                  <a:srgbClr val="8C6C41"/>
                </a:solidFill>
                <a:effectLst/>
                <a:highlight>
                  <a:srgbClr val="FFFF00"/>
                </a:highlight>
              </a:rPr>
              <a:t>Task</a:t>
            </a:r>
            <a:r>
              <a:rPr lang="en-US" b="1" dirty="0" err="1">
                <a:solidFill>
                  <a:srgbClr val="383838"/>
                </a:solidFill>
                <a:effectLst/>
                <a:highlight>
                  <a:srgbClr val="FFFF00"/>
                </a:highlight>
              </a:rPr>
              <a:t>.</a:t>
            </a:r>
            <a:r>
              <a:rPr lang="en-US" dirty="0" err="1">
                <a:solidFill>
                  <a:srgbClr val="6B2FBA"/>
                </a:solidFill>
                <a:effectLst/>
                <a:highlight>
                  <a:srgbClr val="FFFF00"/>
                </a:highlight>
              </a:rPr>
              <a:t>FromResult</a:t>
            </a:r>
            <a:r>
              <a:rPr lang="en-US" b="1" dirty="0">
                <a:solidFill>
                  <a:srgbClr val="383838"/>
                </a:solidFill>
                <a:effectLst/>
                <a:highlight>
                  <a:srgbClr val="FFFF00"/>
                </a:highlight>
              </a:rPr>
              <a:t>(</a:t>
            </a:r>
            <a:r>
              <a:rPr lang="en-US" dirty="0" err="1">
                <a:solidFill>
                  <a:srgbClr val="8C6C41"/>
                </a:solidFill>
                <a:effectLst/>
                <a:highlight>
                  <a:srgbClr val="FFFF00"/>
                </a:highlight>
              </a:rPr>
              <a:t>SignInResult</a:t>
            </a:r>
            <a:r>
              <a:rPr lang="en-US" b="1" dirty="0" err="1">
                <a:solidFill>
                  <a:srgbClr val="383838"/>
                </a:solidFill>
                <a:effectLst/>
                <a:highlight>
                  <a:srgbClr val="FFFF00"/>
                </a:highlight>
              </a:rPr>
              <a:t>.</a:t>
            </a:r>
            <a:r>
              <a:rPr lang="en-US" dirty="0" err="1">
                <a:solidFill>
                  <a:srgbClr val="248700"/>
                </a:solidFill>
                <a:effectLst/>
                <a:highlight>
                  <a:srgbClr val="FFFF00"/>
                </a:highlight>
              </a:rPr>
              <a:t>Failed</a:t>
            </a:r>
            <a:r>
              <a:rPr lang="en-US" b="1" dirty="0">
                <a:solidFill>
                  <a:srgbClr val="383838"/>
                </a:solidFill>
                <a:effectLst/>
                <a:highlight>
                  <a:srgbClr val="FFFF00"/>
                </a:highlight>
              </a:rPr>
              <a:t>);</a:t>
            </a:r>
            <a:br>
              <a:rPr lang="en-US" b="1" dirty="0">
                <a:solidFill>
                  <a:srgbClr val="383838"/>
                </a:solidFill>
                <a:effectLst/>
              </a:rPr>
            </a:br>
            <a:r>
              <a:rPr lang="en-US" b="1" dirty="0">
                <a:solidFill>
                  <a:srgbClr val="383838"/>
                </a:solidFill>
                <a:effectLst/>
              </a:rPr>
              <a:t>        </a:t>
            </a:r>
            <a:r>
              <a:rPr lang="en-US" dirty="0">
                <a:solidFill>
                  <a:srgbClr val="0F54D6"/>
                </a:solidFill>
                <a:effectLst/>
              </a:rPr>
              <a:t>return </a:t>
            </a:r>
            <a:r>
              <a:rPr lang="en-US" dirty="0" err="1">
                <a:solidFill>
                  <a:srgbClr val="0F54D6"/>
                </a:solidFill>
                <a:effectLst/>
              </a:rPr>
              <a:t>base</a:t>
            </a:r>
            <a:r>
              <a:rPr lang="en-US" b="1" dirty="0" err="1">
                <a:solidFill>
                  <a:srgbClr val="383838"/>
                </a:solidFill>
                <a:effectLst/>
              </a:rPr>
              <a:t>.</a:t>
            </a:r>
            <a:r>
              <a:rPr lang="en-US" dirty="0" err="1">
                <a:solidFill>
                  <a:srgbClr val="6B2FBA"/>
                </a:solidFill>
                <a:effectLst/>
              </a:rPr>
              <a:t>PasswordSignInAsync</a:t>
            </a:r>
            <a:r>
              <a:rPr lang="en-US" b="1" dirty="0">
                <a:solidFill>
                  <a:srgbClr val="383838"/>
                </a:solidFill>
                <a:effectLst/>
              </a:rPr>
              <a:t>(</a:t>
            </a:r>
            <a:r>
              <a:rPr lang="en-US" dirty="0">
                <a:solidFill>
                  <a:srgbClr val="1B6600"/>
                </a:solidFill>
                <a:effectLst/>
              </a:rPr>
              <a:t>user</a:t>
            </a:r>
            <a:r>
              <a:rPr lang="en-US" b="1" dirty="0">
                <a:solidFill>
                  <a:srgbClr val="383838"/>
                </a:solidFill>
                <a:effectLst/>
              </a:rPr>
              <a:t>, </a:t>
            </a:r>
            <a:r>
              <a:rPr lang="en-US" dirty="0">
                <a:solidFill>
                  <a:srgbClr val="1B6600"/>
                </a:solidFill>
                <a:effectLst/>
              </a:rPr>
              <a:t>password</a:t>
            </a:r>
            <a:r>
              <a:rPr lang="en-US" b="1" dirty="0">
                <a:solidFill>
                  <a:srgbClr val="383838"/>
                </a:solidFill>
                <a:effectLst/>
              </a:rPr>
              <a:t>, </a:t>
            </a:r>
            <a:r>
              <a:rPr lang="en-US" dirty="0" err="1">
                <a:solidFill>
                  <a:srgbClr val="1B6600"/>
                </a:solidFill>
                <a:effectLst/>
              </a:rPr>
              <a:t>isPersistent</a:t>
            </a:r>
            <a:r>
              <a:rPr lang="en-US" b="1" dirty="0">
                <a:solidFill>
                  <a:srgbClr val="383838"/>
                </a:solidFill>
                <a:effectLst/>
              </a:rPr>
              <a:t>, </a:t>
            </a:r>
            <a:r>
              <a:rPr lang="en-US" dirty="0" err="1">
                <a:solidFill>
                  <a:srgbClr val="1B6600"/>
                </a:solidFill>
                <a:effectLst/>
              </a:rPr>
              <a:t>lockoutOnFailure</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br>
              <a:rPr lang="en-US" b="1" dirty="0">
                <a:solidFill>
                  <a:srgbClr val="383838"/>
                </a:solidFill>
                <a:effectLst/>
              </a:rPr>
            </a:br>
            <a:r>
              <a:rPr lang="en-US" b="1" dirty="0">
                <a:solidFill>
                  <a:srgbClr val="383838"/>
                </a:solidFill>
                <a:effectLst/>
              </a:rPr>
              <a:t>}</a:t>
            </a:r>
            <a:r>
              <a:rPr lang="en-US" b="1" dirty="0">
                <a:solidFill>
                  <a:srgbClr val="949494"/>
                </a:solidFill>
                <a:effectLst/>
              </a:rPr>
              <a:t>;</a:t>
            </a:r>
            <a:endParaRPr lang="en-US" dirty="0">
              <a:solidFill>
                <a:srgbClr val="202020"/>
              </a:solidFill>
              <a:effectLst/>
            </a:endParaRPr>
          </a:p>
        </p:txBody>
      </p:sp>
    </p:spTree>
    <p:extLst>
      <p:ext uri="{BB962C8B-B14F-4D97-AF65-F5344CB8AC3E}">
        <p14:creationId xmlns:p14="http://schemas.microsoft.com/office/powerpoint/2010/main" val="7451724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04B89-055B-AB1A-4F63-698662C55E0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A3A034E-BA2B-9580-43B3-7D3081792814}"/>
              </a:ext>
            </a:extLst>
          </p:cNvPr>
          <p:cNvSpPr>
            <a:spLocks noGrp="1"/>
          </p:cNvSpPr>
          <p:nvPr>
            <p:ph type="title"/>
          </p:nvPr>
        </p:nvSpPr>
        <p:spPr/>
        <p:txBody>
          <a:bodyPr/>
          <a:lstStyle/>
          <a:p>
            <a:r>
              <a:rPr lang="en-US" dirty="0"/>
              <a:t>Protecting a tenant – </a:t>
            </a:r>
            <a:r>
              <a:rPr lang="en-US" dirty="0" err="1"/>
              <a:t>Program.cs</a:t>
            </a:r>
            <a:endParaRPr lang="en-US" dirty="0"/>
          </a:p>
        </p:txBody>
      </p:sp>
      <p:sp>
        <p:nvSpPr>
          <p:cNvPr id="4" name="TextBox 3">
            <a:extLst>
              <a:ext uri="{FF2B5EF4-FFF2-40B4-BE49-F238E27FC236}">
                <a16:creationId xmlns:a16="http://schemas.microsoft.com/office/drawing/2014/main" id="{54F310C5-36B6-3A5D-1E25-723B0599E651}"/>
              </a:ext>
            </a:extLst>
          </p:cNvPr>
          <p:cNvSpPr txBox="1"/>
          <p:nvPr/>
        </p:nvSpPr>
        <p:spPr>
          <a:xfrm>
            <a:off x="1143000" y="2016000"/>
            <a:ext cx="10424603" cy="1754326"/>
          </a:xfrm>
          <a:prstGeom prst="rect">
            <a:avLst/>
          </a:prstGeom>
          <a:noFill/>
        </p:spPr>
        <p:txBody>
          <a:bodyPr wrap="square">
            <a:spAutoFit/>
          </a:bodyPr>
          <a:lstStyle/>
          <a:p>
            <a:r>
              <a:rPr lang="en-US" dirty="0" err="1">
                <a:solidFill>
                  <a:srgbClr val="1B6600"/>
                </a:solidFill>
                <a:effectLst/>
              </a:rPr>
              <a:t>builder</a:t>
            </a:r>
            <a:r>
              <a:rPr lang="en-US" b="1" dirty="0" err="1">
                <a:solidFill>
                  <a:srgbClr val="383838"/>
                </a:solidFill>
                <a:effectLst/>
              </a:rPr>
              <a:t>.</a:t>
            </a:r>
            <a:r>
              <a:rPr lang="en-US" dirty="0" err="1">
                <a:solidFill>
                  <a:srgbClr val="248700"/>
                </a:solidFill>
                <a:effectLst/>
              </a:rPr>
              <a:t>Services</a:t>
            </a:r>
            <a:br>
              <a:rPr lang="en-US" dirty="0">
                <a:solidFill>
                  <a:srgbClr val="248700"/>
                </a:solidFill>
                <a:effectLst/>
              </a:rPr>
            </a:br>
            <a:r>
              <a:rPr lang="en-US" dirty="0">
                <a:solidFill>
                  <a:srgbClr val="248700"/>
                </a:solidFill>
                <a:effectLst/>
              </a:rPr>
              <a:t>    </a:t>
            </a:r>
            <a:r>
              <a:rPr lang="en-US" b="1" dirty="0">
                <a:solidFill>
                  <a:srgbClr val="383838"/>
                </a:solidFill>
                <a:effectLst/>
              </a:rPr>
              <a:t>.</a:t>
            </a:r>
            <a:r>
              <a:rPr lang="en-US" dirty="0" err="1">
                <a:solidFill>
                  <a:srgbClr val="6B2FBA"/>
                </a:solidFill>
                <a:effectLst/>
              </a:rPr>
              <a:t>AddDefaultIdentity</a:t>
            </a:r>
            <a:r>
              <a:rPr lang="en-US" dirty="0">
                <a:solidFill>
                  <a:srgbClr val="383838"/>
                </a:solidFill>
                <a:effectLst/>
              </a:rPr>
              <a:t>&lt;</a:t>
            </a:r>
            <a:r>
              <a:rPr lang="en-US" dirty="0" err="1">
                <a:solidFill>
                  <a:srgbClr val="8C6C41"/>
                </a:solidFill>
                <a:effectLst/>
                <a:highlight>
                  <a:srgbClr val="FFFF00"/>
                </a:highlight>
              </a:rPr>
              <a:t>ApplicationUser</a:t>
            </a:r>
            <a:r>
              <a:rPr lang="en-US" dirty="0">
                <a:solidFill>
                  <a:srgbClr val="383838"/>
                </a:solidFill>
                <a:effectLst/>
              </a:rPr>
              <a:t>&gt;</a:t>
            </a:r>
            <a:r>
              <a:rPr lang="en-US" b="1" dirty="0">
                <a:solidFill>
                  <a:srgbClr val="383838"/>
                </a:solidFill>
                <a:effectLst/>
              </a:rPr>
              <a:t>(</a:t>
            </a:r>
            <a:r>
              <a:rPr lang="en-US" dirty="0">
                <a:solidFill>
                  <a:srgbClr val="1B6600"/>
                </a:solidFill>
                <a:effectLst/>
              </a:rPr>
              <a:t>options </a:t>
            </a:r>
            <a:r>
              <a:rPr lang="en-US" dirty="0">
                <a:solidFill>
                  <a:srgbClr val="202020"/>
                </a:solidFill>
                <a:effectLst/>
              </a:rPr>
              <a:t>=&gt; </a:t>
            </a:r>
            <a:r>
              <a:rPr lang="en-US" dirty="0" err="1">
                <a:solidFill>
                  <a:srgbClr val="1B6600"/>
                </a:solidFill>
                <a:effectLst/>
              </a:rPr>
              <a:t>options</a:t>
            </a:r>
            <a:r>
              <a:rPr lang="en-US" b="1" dirty="0" err="1">
                <a:solidFill>
                  <a:srgbClr val="383838"/>
                </a:solidFill>
                <a:effectLst/>
              </a:rPr>
              <a:t>.</a:t>
            </a:r>
            <a:r>
              <a:rPr lang="en-US" dirty="0" err="1">
                <a:solidFill>
                  <a:srgbClr val="248700"/>
                </a:solidFill>
                <a:effectLst/>
              </a:rPr>
              <a:t>SignIn</a:t>
            </a:r>
            <a:r>
              <a:rPr lang="en-US" b="1" dirty="0" err="1">
                <a:solidFill>
                  <a:srgbClr val="383838"/>
                </a:solidFill>
                <a:effectLst/>
              </a:rPr>
              <a:t>.</a:t>
            </a:r>
            <a:r>
              <a:rPr lang="en-US" dirty="0" err="1">
                <a:solidFill>
                  <a:srgbClr val="248700"/>
                </a:solidFill>
                <a:effectLst/>
              </a:rPr>
              <a:t>RequireConfirmedAccount</a:t>
            </a:r>
            <a:r>
              <a:rPr lang="en-US" dirty="0">
                <a:solidFill>
                  <a:srgbClr val="248700"/>
                </a:solidFill>
                <a:effectLst/>
              </a:rPr>
              <a:t> </a:t>
            </a:r>
            <a:r>
              <a:rPr lang="en-US" dirty="0">
                <a:solidFill>
                  <a:srgbClr val="383838"/>
                </a:solidFill>
                <a:effectLst/>
              </a:rPr>
              <a:t>= </a:t>
            </a:r>
            <a:r>
              <a:rPr lang="en-US" dirty="0">
                <a:solidFill>
                  <a:srgbClr val="0F54D6"/>
                </a:solidFill>
                <a:effectLst/>
              </a:rPr>
              <a:t>true</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err="1">
                <a:solidFill>
                  <a:srgbClr val="6B2FBA"/>
                </a:solidFill>
                <a:effectLst/>
              </a:rPr>
              <a:t>AddEntityFrameworkStores</a:t>
            </a:r>
            <a:r>
              <a:rPr lang="en-US" dirty="0">
                <a:solidFill>
                  <a:srgbClr val="383838"/>
                </a:solidFill>
                <a:effectLst/>
              </a:rPr>
              <a:t>&lt;</a:t>
            </a:r>
            <a:r>
              <a:rPr lang="en-US" dirty="0" err="1">
                <a:solidFill>
                  <a:srgbClr val="8C6C41"/>
                </a:solidFill>
                <a:effectLst/>
              </a:rPr>
              <a:t>ApplicationDbContext</a:t>
            </a:r>
            <a:r>
              <a:rPr lang="en-US" dirty="0">
                <a:solidFill>
                  <a:srgbClr val="383838"/>
                </a:solidFill>
                <a:effectLst/>
              </a:rPr>
              <a:t>&gt;</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b="1" dirty="0">
                <a:solidFill>
                  <a:srgbClr val="383838"/>
                </a:solidFill>
                <a:effectLst/>
                <a:highlight>
                  <a:srgbClr val="FFFF00"/>
                </a:highlight>
              </a:rPr>
              <a:t>.</a:t>
            </a:r>
            <a:r>
              <a:rPr lang="en-US" dirty="0" err="1">
                <a:solidFill>
                  <a:srgbClr val="6B2FBA"/>
                </a:solidFill>
                <a:effectLst/>
                <a:highlight>
                  <a:srgbClr val="FFFF00"/>
                </a:highlight>
              </a:rPr>
              <a:t>AddUserStore</a:t>
            </a:r>
            <a:r>
              <a:rPr lang="en-US" dirty="0">
                <a:solidFill>
                  <a:srgbClr val="383838"/>
                </a:solidFill>
                <a:effectLst/>
                <a:highlight>
                  <a:srgbClr val="FFFF00"/>
                </a:highlight>
              </a:rPr>
              <a:t>&lt;</a:t>
            </a:r>
            <a:r>
              <a:rPr lang="en-US" dirty="0" err="1">
                <a:solidFill>
                  <a:srgbClr val="8C6C41"/>
                </a:solidFill>
                <a:effectLst/>
                <a:highlight>
                  <a:srgbClr val="FFFF00"/>
                </a:highlight>
              </a:rPr>
              <a:t>ApplicationUserStore</a:t>
            </a:r>
            <a:r>
              <a:rPr lang="en-US" dirty="0">
                <a:solidFill>
                  <a:srgbClr val="383838"/>
                </a:solidFill>
                <a:effectLst/>
                <a:highlight>
                  <a:srgbClr val="FFFF00"/>
                </a:highlight>
              </a:rPr>
              <a:t>&gt;</a:t>
            </a:r>
            <a:r>
              <a:rPr lang="en-US" b="1" dirty="0">
                <a:solidFill>
                  <a:srgbClr val="383838"/>
                </a:solidFill>
                <a:effectLst/>
                <a:highlight>
                  <a:srgbClr val="FFFF00"/>
                </a:highlight>
              </a:rPr>
              <a:t>()</a:t>
            </a:r>
            <a:br>
              <a:rPr lang="en-US" b="1" dirty="0">
                <a:solidFill>
                  <a:srgbClr val="383838"/>
                </a:solidFill>
                <a:effectLst/>
                <a:highlight>
                  <a:srgbClr val="FFFF00"/>
                </a:highlight>
              </a:rPr>
            </a:br>
            <a:r>
              <a:rPr lang="en-US" b="1" dirty="0">
                <a:solidFill>
                  <a:srgbClr val="383838"/>
                </a:solidFill>
                <a:effectLst/>
                <a:highlight>
                  <a:srgbClr val="FFFF00"/>
                </a:highlight>
              </a:rPr>
              <a:t>    .</a:t>
            </a:r>
            <a:r>
              <a:rPr lang="en-US" dirty="0" err="1">
                <a:solidFill>
                  <a:srgbClr val="6B2FBA"/>
                </a:solidFill>
                <a:effectLst/>
                <a:highlight>
                  <a:srgbClr val="FFFF00"/>
                </a:highlight>
              </a:rPr>
              <a:t>AddSignInManager</a:t>
            </a:r>
            <a:r>
              <a:rPr lang="en-US" dirty="0">
                <a:solidFill>
                  <a:srgbClr val="383838"/>
                </a:solidFill>
                <a:effectLst/>
                <a:highlight>
                  <a:srgbClr val="FFFF00"/>
                </a:highlight>
              </a:rPr>
              <a:t>&lt;</a:t>
            </a:r>
            <a:r>
              <a:rPr lang="en-US" dirty="0">
                <a:solidFill>
                  <a:srgbClr val="8C6C41"/>
                </a:solidFill>
                <a:effectLst/>
                <a:highlight>
                  <a:srgbClr val="FFFF00"/>
                </a:highlight>
              </a:rPr>
              <a:t>MultiTenantSigninManager</a:t>
            </a:r>
            <a:r>
              <a:rPr lang="en-US" dirty="0">
                <a:solidFill>
                  <a:srgbClr val="383838"/>
                </a:solidFill>
                <a:effectLst/>
                <a:highlight>
                  <a:srgbClr val="FFFF00"/>
                </a:highlight>
              </a:rPr>
              <a:t>&gt;</a:t>
            </a:r>
            <a:r>
              <a:rPr lang="en-US" b="1" dirty="0">
                <a:solidFill>
                  <a:srgbClr val="383838"/>
                </a:solidFill>
                <a:effectLst/>
                <a:highlight>
                  <a:srgbClr val="FFFF00"/>
                </a:highlight>
              </a:rPr>
              <a:t>()</a:t>
            </a:r>
            <a:br>
              <a:rPr lang="en-US" b="1" dirty="0">
                <a:solidFill>
                  <a:srgbClr val="383838"/>
                </a:solidFill>
                <a:effectLst/>
              </a:rPr>
            </a:br>
            <a:r>
              <a:rPr lang="en-US" b="1" dirty="0">
                <a:solidFill>
                  <a:srgbClr val="383838"/>
                </a:solidFill>
                <a:effectLst/>
              </a:rPr>
              <a:t>    ;</a:t>
            </a:r>
            <a:endParaRPr lang="en-US" dirty="0">
              <a:solidFill>
                <a:srgbClr val="202020"/>
              </a:solidFill>
              <a:effectLst/>
            </a:endParaRPr>
          </a:p>
        </p:txBody>
      </p:sp>
    </p:spTree>
    <p:extLst>
      <p:ext uri="{BB962C8B-B14F-4D97-AF65-F5344CB8AC3E}">
        <p14:creationId xmlns:p14="http://schemas.microsoft.com/office/powerpoint/2010/main" val="32944923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56EE-CE33-6E44-7EAF-69EAE91910E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F977F22-B71C-C119-F4B4-3D33FD2E0D31}"/>
              </a:ext>
            </a:extLst>
          </p:cNvPr>
          <p:cNvSpPr>
            <a:spLocks noGrp="1"/>
          </p:cNvSpPr>
          <p:nvPr>
            <p:ph type="title"/>
          </p:nvPr>
        </p:nvSpPr>
        <p:spPr/>
        <p:txBody>
          <a:bodyPr/>
          <a:lstStyle/>
          <a:p>
            <a:r>
              <a:rPr lang="en-US" dirty="0"/>
              <a:t>Protecting a tenant – </a:t>
            </a:r>
            <a:r>
              <a:rPr lang="en-US" dirty="0" err="1"/>
              <a:t>LoginPartial.cshtml</a:t>
            </a:r>
            <a:r>
              <a:rPr lang="en-US" dirty="0"/>
              <a:t> </a:t>
            </a:r>
          </a:p>
        </p:txBody>
      </p:sp>
      <p:sp>
        <p:nvSpPr>
          <p:cNvPr id="4" name="TextBox 3">
            <a:extLst>
              <a:ext uri="{FF2B5EF4-FFF2-40B4-BE49-F238E27FC236}">
                <a16:creationId xmlns:a16="http://schemas.microsoft.com/office/drawing/2014/main" id="{50202B5E-2BB9-D5C7-5DBA-C924269CFAD8}"/>
              </a:ext>
            </a:extLst>
          </p:cNvPr>
          <p:cNvSpPr txBox="1"/>
          <p:nvPr/>
        </p:nvSpPr>
        <p:spPr>
          <a:xfrm>
            <a:off x="1296000" y="2436894"/>
            <a:ext cx="7190912" cy="923330"/>
          </a:xfrm>
          <a:prstGeom prst="rect">
            <a:avLst/>
          </a:prstGeom>
          <a:noFill/>
        </p:spPr>
        <p:txBody>
          <a:bodyPr wrap="square">
            <a:spAutoFit/>
          </a:bodyPr>
          <a:lstStyle/>
          <a:p>
            <a:r>
              <a:rPr lang="en-US" i="1" dirty="0">
                <a:solidFill>
                  <a:srgbClr val="707070"/>
                </a:solidFill>
                <a:effectLst/>
              </a:rPr>
              <a:t>@* @inject </a:t>
            </a:r>
            <a:r>
              <a:rPr lang="en-US" i="1" dirty="0" err="1">
                <a:solidFill>
                  <a:srgbClr val="707070"/>
                </a:solidFill>
                <a:effectLst/>
              </a:rPr>
              <a:t>SignInManager</a:t>
            </a:r>
            <a:r>
              <a:rPr lang="en-US" i="1" dirty="0">
                <a:solidFill>
                  <a:srgbClr val="707070"/>
                </a:solidFill>
                <a:effectLst/>
              </a:rPr>
              <a:t>&lt;</a:t>
            </a:r>
            <a:r>
              <a:rPr lang="en-US" i="1" dirty="0" err="1">
                <a:solidFill>
                  <a:srgbClr val="707070"/>
                </a:solidFill>
                <a:effectLst/>
              </a:rPr>
              <a:t>ApplicationUser</a:t>
            </a:r>
            <a:r>
              <a:rPr lang="en-US" i="1" dirty="0">
                <a:solidFill>
                  <a:srgbClr val="707070"/>
                </a:solidFill>
                <a:effectLst/>
              </a:rPr>
              <a:t>&gt; </a:t>
            </a:r>
            <a:r>
              <a:rPr lang="en-US" i="1" dirty="0" err="1">
                <a:solidFill>
                  <a:srgbClr val="707070"/>
                </a:solidFill>
                <a:effectLst/>
              </a:rPr>
              <a:t>SignInManager</a:t>
            </a:r>
            <a:r>
              <a:rPr lang="en-US" i="1" dirty="0">
                <a:solidFill>
                  <a:srgbClr val="707070"/>
                </a:solidFill>
                <a:effectLst/>
              </a:rPr>
              <a:t> *@</a:t>
            </a:r>
            <a:br>
              <a:rPr lang="en-US" i="1" dirty="0">
                <a:solidFill>
                  <a:srgbClr val="707070"/>
                </a:solidFill>
                <a:effectLst/>
              </a:rPr>
            </a:br>
            <a:r>
              <a:rPr lang="en-US" dirty="0">
                <a:solidFill>
                  <a:srgbClr val="635237"/>
                </a:solidFill>
                <a:effectLst/>
              </a:rPr>
              <a:t>@</a:t>
            </a:r>
            <a:r>
              <a:rPr lang="en-US" dirty="0">
                <a:solidFill>
                  <a:srgbClr val="0F54D6"/>
                </a:solidFill>
                <a:effectLst/>
              </a:rPr>
              <a:t>inject </a:t>
            </a:r>
            <a:r>
              <a:rPr lang="en-US" dirty="0">
                <a:solidFill>
                  <a:srgbClr val="8C6C41"/>
                </a:solidFill>
                <a:effectLst/>
                <a:highlight>
                  <a:srgbClr val="FFFF00"/>
                </a:highlight>
              </a:rPr>
              <a:t>MultiTenantSigninManager</a:t>
            </a:r>
            <a:r>
              <a:rPr lang="en-US" dirty="0">
                <a:solidFill>
                  <a:srgbClr val="8C6C41"/>
                </a:solidFill>
                <a:effectLst/>
              </a:rPr>
              <a:t> </a:t>
            </a:r>
            <a:r>
              <a:rPr lang="en-US" dirty="0" err="1">
                <a:solidFill>
                  <a:srgbClr val="248700"/>
                </a:solidFill>
                <a:effectLst/>
              </a:rPr>
              <a:t>SignInManager</a:t>
            </a:r>
            <a:br>
              <a:rPr lang="en-US" dirty="0">
                <a:solidFill>
                  <a:srgbClr val="248700"/>
                </a:solidFill>
                <a:effectLst/>
              </a:rPr>
            </a:br>
            <a:r>
              <a:rPr lang="en-US" dirty="0">
                <a:solidFill>
                  <a:srgbClr val="635237"/>
                </a:solidFill>
                <a:effectLst/>
              </a:rPr>
              <a:t>@</a:t>
            </a:r>
            <a:r>
              <a:rPr lang="en-US" dirty="0">
                <a:solidFill>
                  <a:srgbClr val="0F54D6"/>
                </a:solidFill>
                <a:effectLst/>
              </a:rPr>
              <a:t>inject </a:t>
            </a:r>
            <a:r>
              <a:rPr lang="en-US" dirty="0" err="1">
                <a:solidFill>
                  <a:srgbClr val="8C6C41"/>
                </a:solidFill>
                <a:effectLst/>
              </a:rPr>
              <a:t>UserManager</a:t>
            </a:r>
            <a:r>
              <a:rPr lang="en-US" dirty="0">
                <a:solidFill>
                  <a:srgbClr val="383838"/>
                </a:solidFill>
                <a:effectLst/>
              </a:rPr>
              <a:t>&lt;</a:t>
            </a:r>
            <a:r>
              <a:rPr lang="en-US" dirty="0" err="1">
                <a:solidFill>
                  <a:srgbClr val="8C6C41"/>
                </a:solidFill>
                <a:effectLst/>
                <a:highlight>
                  <a:srgbClr val="FFFF00"/>
                </a:highlight>
              </a:rPr>
              <a:t>ApplicationUser</a:t>
            </a:r>
            <a:r>
              <a:rPr lang="en-US" dirty="0">
                <a:solidFill>
                  <a:srgbClr val="383838"/>
                </a:solidFill>
                <a:effectLst/>
              </a:rPr>
              <a:t>&gt; </a:t>
            </a:r>
            <a:r>
              <a:rPr lang="en-US" dirty="0" err="1">
                <a:solidFill>
                  <a:srgbClr val="949494"/>
                </a:solidFill>
                <a:effectLst/>
              </a:rPr>
              <a:t>UserManager</a:t>
            </a:r>
            <a:endParaRPr lang="en-US" dirty="0">
              <a:solidFill>
                <a:srgbClr val="202020"/>
              </a:solidFill>
              <a:effectLst/>
            </a:endParaRPr>
          </a:p>
        </p:txBody>
      </p:sp>
    </p:spTree>
    <p:extLst>
      <p:ext uri="{BB962C8B-B14F-4D97-AF65-F5344CB8AC3E}">
        <p14:creationId xmlns:p14="http://schemas.microsoft.com/office/powerpoint/2010/main" val="35138354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C5801-4E68-CDDD-D399-7979B6254958}"/>
              </a:ext>
            </a:extLst>
          </p:cNvPr>
          <p:cNvSpPr>
            <a:spLocks noGrp="1"/>
          </p:cNvSpPr>
          <p:nvPr>
            <p:ph type="title"/>
          </p:nvPr>
        </p:nvSpPr>
        <p:spPr/>
        <p:txBody>
          <a:bodyPr/>
          <a:lstStyle/>
          <a:p>
            <a:r>
              <a:rPr lang="en-US" dirty="0"/>
              <a:t>Protecting the data</a:t>
            </a:r>
          </a:p>
        </p:txBody>
      </p:sp>
      <p:sp>
        <p:nvSpPr>
          <p:cNvPr id="3" name="Text Placeholder 2">
            <a:extLst>
              <a:ext uri="{FF2B5EF4-FFF2-40B4-BE49-F238E27FC236}">
                <a16:creationId xmlns:a16="http://schemas.microsoft.com/office/drawing/2014/main" id="{A7577B06-500B-BE15-F321-638287090596}"/>
              </a:ext>
            </a:extLst>
          </p:cNvPr>
          <p:cNvSpPr>
            <a:spLocks noGrp="1"/>
          </p:cNvSpPr>
          <p:nvPr>
            <p:ph type="body" idx="1"/>
          </p:nvPr>
        </p:nvSpPr>
        <p:spPr/>
        <p:txBody>
          <a:bodyPr/>
          <a:lstStyle/>
          <a:p>
            <a:r>
              <a:rPr lang="en-US" dirty="0"/>
              <a:t>(of a tenant)</a:t>
            </a:r>
          </a:p>
        </p:txBody>
      </p:sp>
    </p:spTree>
    <p:extLst>
      <p:ext uri="{BB962C8B-B14F-4D97-AF65-F5344CB8AC3E}">
        <p14:creationId xmlns:p14="http://schemas.microsoft.com/office/powerpoint/2010/main" val="41896951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4B1B5-5D55-4721-C40D-DA2B7E50F1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BD2E616-6BDF-8888-333F-13733A97C931}"/>
              </a:ext>
            </a:extLst>
          </p:cNvPr>
          <p:cNvSpPr>
            <a:spLocks noGrp="1"/>
          </p:cNvSpPr>
          <p:nvPr>
            <p:ph type="title"/>
          </p:nvPr>
        </p:nvSpPr>
        <p:spPr/>
        <p:txBody>
          <a:bodyPr/>
          <a:lstStyle/>
          <a:p>
            <a:r>
              <a:rPr lang="en-US" dirty="0"/>
              <a:t>Protecting the data – </a:t>
            </a:r>
            <a:r>
              <a:rPr lang="en-US" dirty="0" err="1"/>
              <a:t>Itenanted.cs</a:t>
            </a:r>
            <a:endParaRPr lang="en-US" dirty="0"/>
          </a:p>
        </p:txBody>
      </p:sp>
      <p:sp>
        <p:nvSpPr>
          <p:cNvPr id="5" name="TextBox 4">
            <a:extLst>
              <a:ext uri="{FF2B5EF4-FFF2-40B4-BE49-F238E27FC236}">
                <a16:creationId xmlns:a16="http://schemas.microsoft.com/office/drawing/2014/main" id="{10EF3401-3FCE-0E85-5320-1BF1DFE5B376}"/>
              </a:ext>
            </a:extLst>
          </p:cNvPr>
          <p:cNvSpPr txBox="1"/>
          <p:nvPr/>
        </p:nvSpPr>
        <p:spPr>
          <a:xfrm>
            <a:off x="1296000" y="2016000"/>
            <a:ext cx="7190912" cy="1200329"/>
          </a:xfrm>
          <a:prstGeom prst="rect">
            <a:avLst/>
          </a:prstGeom>
          <a:noFill/>
        </p:spPr>
        <p:txBody>
          <a:bodyPr wrap="square">
            <a:spAutoFit/>
          </a:bodyPr>
          <a:lstStyle/>
          <a:p>
            <a:r>
              <a:rPr lang="en-US" dirty="0">
                <a:solidFill>
                  <a:srgbClr val="0F54D6"/>
                </a:solidFill>
                <a:effectLst/>
              </a:rPr>
              <a:t>public interface </a:t>
            </a:r>
            <a:r>
              <a:rPr lang="en-US" dirty="0" err="1">
                <a:solidFill>
                  <a:srgbClr val="8C6C41"/>
                </a:solidFill>
                <a:effectLst/>
              </a:rPr>
              <a:t>ITenanted</a:t>
            </a:r>
            <a:br>
              <a:rPr lang="en-US" dirty="0">
                <a:solidFill>
                  <a:srgbClr val="8C6C41"/>
                </a:solidFill>
                <a:effectLst/>
              </a:rPr>
            </a:b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a:solidFill>
                  <a:srgbClr val="0F54D6"/>
                </a:solidFill>
                <a:effectLst/>
              </a:rPr>
              <a:t>public string </a:t>
            </a:r>
            <a:r>
              <a:rPr lang="en-US" dirty="0" err="1">
                <a:solidFill>
                  <a:srgbClr val="949494"/>
                </a:solidFill>
                <a:effectLst/>
              </a:rPr>
              <a:t>TenantId</a:t>
            </a:r>
            <a:r>
              <a:rPr lang="en-US" dirty="0">
                <a:solidFill>
                  <a:srgbClr val="949494"/>
                </a:solidFill>
                <a:effectLst/>
              </a:rPr>
              <a:t> </a:t>
            </a:r>
            <a:r>
              <a:rPr lang="en-US" b="1" dirty="0">
                <a:solidFill>
                  <a:srgbClr val="383838"/>
                </a:solidFill>
                <a:effectLst/>
              </a:rPr>
              <a:t>{ </a:t>
            </a:r>
            <a:r>
              <a:rPr lang="en-US" dirty="0">
                <a:solidFill>
                  <a:srgbClr val="6B2FBA"/>
                </a:solidFill>
                <a:effectLst/>
              </a:rPr>
              <a:t>get</a:t>
            </a:r>
            <a:r>
              <a:rPr lang="en-US" b="1" dirty="0">
                <a:solidFill>
                  <a:srgbClr val="383838"/>
                </a:solidFill>
                <a:effectLst/>
              </a:rPr>
              <a:t>; </a:t>
            </a:r>
            <a:r>
              <a:rPr lang="en-US" dirty="0">
                <a:solidFill>
                  <a:srgbClr val="6B2FBA"/>
                </a:solidFill>
                <a:effectLst/>
              </a:rPr>
              <a:t>set</a:t>
            </a:r>
            <a:r>
              <a:rPr lang="en-US" b="1" dirty="0">
                <a:solidFill>
                  <a:srgbClr val="383838"/>
                </a:solidFill>
                <a:effectLst/>
              </a:rPr>
              <a:t>; }</a:t>
            </a:r>
            <a:br>
              <a:rPr lang="en-US" b="1" dirty="0">
                <a:solidFill>
                  <a:srgbClr val="383838"/>
                </a:solidFill>
                <a:effectLst/>
              </a:rPr>
            </a:br>
            <a:r>
              <a:rPr lang="en-US" b="1" dirty="0">
                <a:solidFill>
                  <a:srgbClr val="383838"/>
                </a:solidFill>
                <a:effectLst/>
              </a:rPr>
              <a:t>}</a:t>
            </a:r>
            <a:endParaRPr lang="en-US" dirty="0">
              <a:solidFill>
                <a:srgbClr val="202020"/>
              </a:solidFill>
              <a:effectLst/>
            </a:endParaRPr>
          </a:p>
        </p:txBody>
      </p:sp>
    </p:spTree>
    <p:extLst>
      <p:ext uri="{BB962C8B-B14F-4D97-AF65-F5344CB8AC3E}">
        <p14:creationId xmlns:p14="http://schemas.microsoft.com/office/powerpoint/2010/main" val="23601777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67D60-A00D-BB9F-A891-66CB2729915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920D106-30E9-B2D1-6A45-E56AC9AB83AB}"/>
              </a:ext>
            </a:extLst>
          </p:cNvPr>
          <p:cNvSpPr>
            <a:spLocks noGrp="1"/>
          </p:cNvSpPr>
          <p:nvPr>
            <p:ph type="title"/>
          </p:nvPr>
        </p:nvSpPr>
        <p:spPr/>
        <p:txBody>
          <a:bodyPr/>
          <a:lstStyle/>
          <a:p>
            <a:r>
              <a:rPr lang="en-US" dirty="0"/>
              <a:t>Protecting the data – </a:t>
            </a:r>
            <a:r>
              <a:rPr lang="en-US" dirty="0" err="1"/>
              <a:t>HealingPod.cs</a:t>
            </a:r>
            <a:endParaRPr lang="en-US" dirty="0"/>
          </a:p>
        </p:txBody>
      </p:sp>
      <p:sp>
        <p:nvSpPr>
          <p:cNvPr id="4" name="TextBox 3">
            <a:extLst>
              <a:ext uri="{FF2B5EF4-FFF2-40B4-BE49-F238E27FC236}">
                <a16:creationId xmlns:a16="http://schemas.microsoft.com/office/drawing/2014/main" id="{970A1939-7C7F-4762-AB8D-BF4FFBD803D0}"/>
              </a:ext>
            </a:extLst>
          </p:cNvPr>
          <p:cNvSpPr txBox="1"/>
          <p:nvPr/>
        </p:nvSpPr>
        <p:spPr>
          <a:xfrm>
            <a:off x="1032000" y="1868684"/>
            <a:ext cx="7190912" cy="2308324"/>
          </a:xfrm>
          <a:prstGeom prst="rect">
            <a:avLst/>
          </a:prstGeom>
          <a:noFill/>
        </p:spPr>
        <p:txBody>
          <a:bodyPr wrap="square">
            <a:spAutoFit/>
          </a:bodyPr>
          <a:lstStyle/>
          <a:p>
            <a:r>
              <a:rPr lang="en-US" dirty="0">
                <a:solidFill>
                  <a:srgbClr val="0F54D6"/>
                </a:solidFill>
                <a:effectLst/>
              </a:rPr>
              <a:t>public class </a:t>
            </a:r>
            <a:r>
              <a:rPr lang="en-US" dirty="0" err="1">
                <a:solidFill>
                  <a:srgbClr val="8C6C41"/>
                </a:solidFill>
                <a:effectLst/>
              </a:rPr>
              <a:t>HealingPod</a:t>
            </a:r>
            <a:r>
              <a:rPr lang="en-US" dirty="0">
                <a:solidFill>
                  <a:srgbClr val="8C6C41"/>
                </a:solidFill>
                <a:effectLst/>
              </a:rPr>
              <a:t> </a:t>
            </a:r>
            <a:r>
              <a:rPr lang="en-US" dirty="0">
                <a:solidFill>
                  <a:srgbClr val="202020"/>
                </a:solidFill>
                <a:effectLst/>
                <a:highlight>
                  <a:srgbClr val="FFFF00"/>
                </a:highlight>
              </a:rPr>
              <a:t>: </a:t>
            </a:r>
            <a:r>
              <a:rPr lang="en-US" dirty="0" err="1">
                <a:solidFill>
                  <a:srgbClr val="8C6C41"/>
                </a:solidFill>
                <a:effectLst/>
                <a:highlight>
                  <a:srgbClr val="FFFF00"/>
                </a:highlight>
              </a:rPr>
              <a:t>ITenanted</a:t>
            </a:r>
            <a:br>
              <a:rPr lang="en-US" dirty="0">
                <a:solidFill>
                  <a:srgbClr val="8C6C41"/>
                </a:solidFill>
                <a:effectLst/>
              </a:rPr>
            </a:b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a:solidFill>
                  <a:srgbClr val="0F54D6"/>
                </a:solidFill>
                <a:effectLst/>
              </a:rPr>
              <a:t>public int </a:t>
            </a:r>
            <a:r>
              <a:rPr lang="en-US" dirty="0">
                <a:solidFill>
                  <a:srgbClr val="248700"/>
                </a:solidFill>
                <a:effectLst/>
              </a:rPr>
              <a:t>Id </a:t>
            </a:r>
            <a:r>
              <a:rPr lang="en-US" b="1" dirty="0">
                <a:solidFill>
                  <a:srgbClr val="383838"/>
                </a:solidFill>
                <a:effectLst/>
              </a:rPr>
              <a:t>{ </a:t>
            </a:r>
            <a:r>
              <a:rPr lang="en-US" dirty="0">
                <a:solidFill>
                  <a:srgbClr val="6B2FBA"/>
                </a:solidFill>
                <a:effectLst/>
              </a:rPr>
              <a:t>get</a:t>
            </a:r>
            <a:r>
              <a:rPr lang="en-US" b="1" dirty="0">
                <a:solidFill>
                  <a:srgbClr val="383838"/>
                </a:solidFill>
                <a:effectLst/>
              </a:rPr>
              <a:t>; </a:t>
            </a:r>
            <a:r>
              <a:rPr lang="en-US" dirty="0">
                <a:solidFill>
                  <a:srgbClr val="6B2FBA"/>
                </a:solidFill>
                <a:effectLst/>
              </a:rPr>
              <a:t>set</a:t>
            </a:r>
            <a:r>
              <a:rPr lang="en-US" b="1" dirty="0">
                <a:solidFill>
                  <a:srgbClr val="383838"/>
                </a:solidFill>
                <a:effectLst/>
              </a:rPr>
              <a:t>; }</a:t>
            </a:r>
            <a:br>
              <a:rPr lang="en-US" b="1" dirty="0">
                <a:solidFill>
                  <a:srgbClr val="383838"/>
                </a:solidFill>
                <a:effectLst/>
              </a:rPr>
            </a:br>
            <a:r>
              <a:rPr lang="en-US" b="1" dirty="0">
                <a:solidFill>
                  <a:srgbClr val="383838"/>
                </a:solidFill>
                <a:effectLst/>
              </a:rPr>
              <a:t>    </a:t>
            </a:r>
            <a:r>
              <a:rPr lang="en-US" dirty="0">
                <a:solidFill>
                  <a:srgbClr val="0F54D6"/>
                </a:solidFill>
                <a:effectLst/>
              </a:rPr>
              <a:t>public int </a:t>
            </a:r>
            <a:r>
              <a:rPr lang="en-US" dirty="0" err="1">
                <a:solidFill>
                  <a:srgbClr val="248700"/>
                </a:solidFill>
                <a:effectLst/>
              </a:rPr>
              <a:t>MaxCapacity</a:t>
            </a:r>
            <a:r>
              <a:rPr lang="en-US" dirty="0">
                <a:solidFill>
                  <a:srgbClr val="248700"/>
                </a:solidFill>
                <a:effectLst/>
              </a:rPr>
              <a:t> </a:t>
            </a:r>
            <a:r>
              <a:rPr lang="en-US" b="1" dirty="0">
                <a:solidFill>
                  <a:srgbClr val="383838"/>
                </a:solidFill>
                <a:effectLst/>
              </a:rPr>
              <a:t>{ </a:t>
            </a:r>
            <a:r>
              <a:rPr lang="en-US" dirty="0">
                <a:solidFill>
                  <a:srgbClr val="6B2FBA"/>
                </a:solidFill>
                <a:effectLst/>
              </a:rPr>
              <a:t>get</a:t>
            </a:r>
            <a:r>
              <a:rPr lang="en-US" b="1" dirty="0">
                <a:solidFill>
                  <a:srgbClr val="383838"/>
                </a:solidFill>
                <a:effectLst/>
              </a:rPr>
              <a:t>; </a:t>
            </a:r>
            <a:r>
              <a:rPr lang="en-US" dirty="0">
                <a:solidFill>
                  <a:srgbClr val="6B2FBA"/>
                </a:solidFill>
                <a:effectLst/>
              </a:rPr>
              <a:t>set</a:t>
            </a:r>
            <a:r>
              <a:rPr lang="en-US" b="1" dirty="0">
                <a:solidFill>
                  <a:srgbClr val="383838"/>
                </a:solidFill>
                <a:effectLst/>
              </a:rPr>
              <a:t>; }</a:t>
            </a:r>
            <a:br>
              <a:rPr lang="en-US" b="1" dirty="0">
                <a:solidFill>
                  <a:srgbClr val="383838"/>
                </a:solidFill>
                <a:effectLst/>
              </a:rPr>
            </a:br>
            <a:r>
              <a:rPr lang="en-US" b="1" dirty="0">
                <a:solidFill>
                  <a:srgbClr val="383838"/>
                </a:solidFill>
                <a:effectLst/>
              </a:rPr>
              <a:t>    </a:t>
            </a:r>
            <a:r>
              <a:rPr lang="en-US" dirty="0">
                <a:solidFill>
                  <a:srgbClr val="0F54D6"/>
                </a:solidFill>
                <a:effectLst/>
              </a:rPr>
              <a:t>public </a:t>
            </a:r>
            <a:r>
              <a:rPr lang="en-US" dirty="0">
                <a:solidFill>
                  <a:srgbClr val="8C6C41"/>
                </a:solidFill>
                <a:effectLst/>
              </a:rPr>
              <a:t>List</a:t>
            </a:r>
            <a:r>
              <a:rPr lang="en-US" dirty="0">
                <a:solidFill>
                  <a:srgbClr val="383838"/>
                </a:solidFill>
                <a:effectLst/>
              </a:rPr>
              <a:t>&lt;</a:t>
            </a:r>
            <a:r>
              <a:rPr lang="en-US" dirty="0" err="1">
                <a:solidFill>
                  <a:srgbClr val="8C6C41"/>
                </a:solidFill>
                <a:effectLst/>
              </a:rPr>
              <a:t>PokemonAdmission</a:t>
            </a:r>
            <a:r>
              <a:rPr lang="en-US" dirty="0">
                <a:solidFill>
                  <a:srgbClr val="383838"/>
                </a:solidFill>
                <a:effectLst/>
              </a:rPr>
              <a:t>&gt; </a:t>
            </a:r>
            <a:r>
              <a:rPr lang="en-US" dirty="0">
                <a:solidFill>
                  <a:srgbClr val="248700"/>
                </a:solidFill>
                <a:effectLst/>
              </a:rPr>
              <a:t>Admission </a:t>
            </a:r>
            <a:r>
              <a:rPr lang="en-US" b="1" dirty="0">
                <a:solidFill>
                  <a:srgbClr val="383838"/>
                </a:solidFill>
                <a:effectLst/>
              </a:rPr>
              <a:t>{ </a:t>
            </a:r>
            <a:r>
              <a:rPr lang="en-US" dirty="0">
                <a:solidFill>
                  <a:srgbClr val="6B2FBA"/>
                </a:solidFill>
                <a:effectLst/>
              </a:rPr>
              <a:t>get</a:t>
            </a:r>
            <a:r>
              <a:rPr lang="en-US" b="1" dirty="0">
                <a:solidFill>
                  <a:srgbClr val="383838"/>
                </a:solidFill>
                <a:effectLst/>
              </a:rPr>
              <a:t>; </a:t>
            </a:r>
            <a:r>
              <a:rPr lang="en-US" dirty="0">
                <a:solidFill>
                  <a:srgbClr val="6B2FBA"/>
                </a:solidFill>
                <a:effectLst/>
              </a:rPr>
              <a:t>set</a:t>
            </a:r>
            <a:r>
              <a:rPr lang="en-US" b="1" dirty="0">
                <a:solidFill>
                  <a:srgbClr val="383838"/>
                </a:solidFill>
                <a:effectLst/>
              </a:rPr>
              <a:t>; }</a:t>
            </a:r>
            <a:br>
              <a:rPr lang="en-US" b="1" dirty="0">
                <a:solidFill>
                  <a:srgbClr val="383838"/>
                </a:solidFill>
                <a:effectLst/>
              </a:rPr>
            </a:br>
            <a:br>
              <a:rPr lang="en-US" b="1" dirty="0">
                <a:solidFill>
                  <a:srgbClr val="383838"/>
                </a:solidFill>
                <a:effectLst/>
                <a:highlight>
                  <a:srgbClr val="FFFF00"/>
                </a:highlight>
              </a:rPr>
            </a:br>
            <a:r>
              <a:rPr lang="en-US" b="1" dirty="0">
                <a:solidFill>
                  <a:srgbClr val="383838"/>
                </a:solidFill>
                <a:effectLst/>
                <a:highlight>
                  <a:srgbClr val="FFFF00"/>
                </a:highlight>
              </a:rPr>
              <a:t>    </a:t>
            </a:r>
            <a:r>
              <a:rPr lang="en-US" dirty="0">
                <a:solidFill>
                  <a:srgbClr val="0F54D6"/>
                </a:solidFill>
                <a:effectLst/>
                <a:highlight>
                  <a:srgbClr val="FFFF00"/>
                </a:highlight>
              </a:rPr>
              <a:t>public string </a:t>
            </a:r>
            <a:r>
              <a:rPr lang="en-US" dirty="0" err="1">
                <a:solidFill>
                  <a:srgbClr val="248700"/>
                </a:solidFill>
                <a:effectLst/>
                <a:highlight>
                  <a:srgbClr val="FFFF00"/>
                </a:highlight>
              </a:rPr>
              <a:t>TenantId</a:t>
            </a:r>
            <a:r>
              <a:rPr lang="en-US" dirty="0">
                <a:solidFill>
                  <a:srgbClr val="248700"/>
                </a:solidFill>
                <a:effectLst/>
                <a:highlight>
                  <a:srgbClr val="FFFF00"/>
                </a:highlight>
              </a:rPr>
              <a:t> </a:t>
            </a:r>
            <a:r>
              <a:rPr lang="en-US" b="1" dirty="0">
                <a:solidFill>
                  <a:srgbClr val="383838"/>
                </a:solidFill>
                <a:effectLst/>
                <a:highlight>
                  <a:srgbClr val="FFFF00"/>
                </a:highlight>
              </a:rPr>
              <a:t>{ </a:t>
            </a:r>
            <a:r>
              <a:rPr lang="en-US" dirty="0">
                <a:solidFill>
                  <a:srgbClr val="6B2FBA"/>
                </a:solidFill>
                <a:effectLst/>
                <a:highlight>
                  <a:srgbClr val="FFFF00"/>
                </a:highlight>
              </a:rPr>
              <a:t>get</a:t>
            </a:r>
            <a:r>
              <a:rPr lang="en-US" b="1" dirty="0">
                <a:solidFill>
                  <a:srgbClr val="383838"/>
                </a:solidFill>
                <a:effectLst/>
                <a:highlight>
                  <a:srgbClr val="FFFF00"/>
                </a:highlight>
              </a:rPr>
              <a:t>; </a:t>
            </a:r>
            <a:r>
              <a:rPr lang="en-US" dirty="0">
                <a:solidFill>
                  <a:srgbClr val="6B2FBA"/>
                </a:solidFill>
                <a:effectLst/>
                <a:highlight>
                  <a:srgbClr val="FFFF00"/>
                </a:highlight>
              </a:rPr>
              <a:t>set</a:t>
            </a:r>
            <a:r>
              <a:rPr lang="en-US" b="1" dirty="0">
                <a:solidFill>
                  <a:srgbClr val="383838"/>
                </a:solidFill>
                <a:effectLst/>
                <a:highlight>
                  <a:srgbClr val="FFFF00"/>
                </a:highlight>
              </a:rPr>
              <a:t>; }</a:t>
            </a:r>
            <a:br>
              <a:rPr lang="en-US" b="1" dirty="0">
                <a:solidFill>
                  <a:srgbClr val="383838"/>
                </a:solidFill>
                <a:effectLst/>
              </a:rPr>
            </a:br>
            <a:r>
              <a:rPr lang="en-US" b="1" dirty="0">
                <a:solidFill>
                  <a:srgbClr val="383838"/>
                </a:solidFill>
                <a:effectLst/>
              </a:rPr>
              <a:t>}</a:t>
            </a:r>
            <a:endParaRPr lang="en-US" dirty="0">
              <a:solidFill>
                <a:srgbClr val="202020"/>
              </a:solidFill>
              <a:effectLst/>
            </a:endParaRPr>
          </a:p>
        </p:txBody>
      </p:sp>
    </p:spTree>
    <p:extLst>
      <p:ext uri="{BB962C8B-B14F-4D97-AF65-F5344CB8AC3E}">
        <p14:creationId xmlns:p14="http://schemas.microsoft.com/office/powerpoint/2010/main" val="2206270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39A76-3717-ED3B-82F5-FF421F691B1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C87310-25BE-7905-1980-66E14CCA35F8}"/>
              </a:ext>
            </a:extLst>
          </p:cNvPr>
          <p:cNvSpPr>
            <a:spLocks noGrp="1"/>
          </p:cNvSpPr>
          <p:nvPr>
            <p:ph type="title"/>
          </p:nvPr>
        </p:nvSpPr>
        <p:spPr/>
        <p:txBody>
          <a:bodyPr/>
          <a:lstStyle/>
          <a:p>
            <a:r>
              <a:rPr lang="en-US" dirty="0"/>
              <a:t>Protecting the data – </a:t>
            </a:r>
            <a:r>
              <a:rPr lang="en-US" dirty="0" err="1"/>
              <a:t>PokemonAdmission</a:t>
            </a:r>
            <a:r>
              <a:rPr lang="en-US" dirty="0"/>
              <a:t> </a:t>
            </a:r>
          </a:p>
        </p:txBody>
      </p:sp>
      <p:sp>
        <p:nvSpPr>
          <p:cNvPr id="4" name="TextBox 3">
            <a:extLst>
              <a:ext uri="{FF2B5EF4-FFF2-40B4-BE49-F238E27FC236}">
                <a16:creationId xmlns:a16="http://schemas.microsoft.com/office/drawing/2014/main" id="{BFA0F9FD-6AF4-BABE-5B0B-CCC64E43FC51}"/>
              </a:ext>
            </a:extLst>
          </p:cNvPr>
          <p:cNvSpPr txBox="1"/>
          <p:nvPr/>
        </p:nvSpPr>
        <p:spPr>
          <a:xfrm>
            <a:off x="1296000" y="1824257"/>
            <a:ext cx="7190912" cy="1754326"/>
          </a:xfrm>
          <a:prstGeom prst="rect">
            <a:avLst/>
          </a:prstGeom>
          <a:noFill/>
        </p:spPr>
        <p:txBody>
          <a:bodyPr wrap="square">
            <a:spAutoFit/>
          </a:bodyPr>
          <a:lstStyle/>
          <a:p>
            <a:r>
              <a:rPr lang="en-US" dirty="0">
                <a:solidFill>
                  <a:srgbClr val="0F54D6"/>
                </a:solidFill>
                <a:effectLst/>
              </a:rPr>
              <a:t>public class </a:t>
            </a:r>
            <a:r>
              <a:rPr lang="en-US" dirty="0" err="1">
                <a:solidFill>
                  <a:srgbClr val="8C6C41"/>
                </a:solidFill>
                <a:effectLst/>
              </a:rPr>
              <a:t>PokemonAdmission</a:t>
            </a:r>
            <a:r>
              <a:rPr lang="en-US" dirty="0">
                <a:solidFill>
                  <a:srgbClr val="8C6C41"/>
                </a:solidFill>
                <a:effectLst/>
              </a:rPr>
              <a:t> </a:t>
            </a:r>
            <a:r>
              <a:rPr lang="en-US" dirty="0">
                <a:solidFill>
                  <a:srgbClr val="202020"/>
                </a:solidFill>
                <a:effectLst/>
                <a:highlight>
                  <a:srgbClr val="FFFF00"/>
                </a:highlight>
              </a:rPr>
              <a:t>: </a:t>
            </a:r>
            <a:r>
              <a:rPr lang="en-US" dirty="0" err="1">
                <a:solidFill>
                  <a:srgbClr val="8C6C41"/>
                </a:solidFill>
                <a:effectLst/>
                <a:highlight>
                  <a:srgbClr val="FFFF00"/>
                </a:highlight>
              </a:rPr>
              <a:t>ITenanted</a:t>
            </a:r>
            <a:br>
              <a:rPr lang="en-US" dirty="0">
                <a:solidFill>
                  <a:srgbClr val="8C6C41"/>
                </a:solidFill>
                <a:effectLst/>
                <a:highlight>
                  <a:srgbClr val="FFFF00"/>
                </a:highlight>
              </a:rPr>
            </a:br>
            <a:r>
              <a:rPr lang="en-US" b="1" dirty="0">
                <a:solidFill>
                  <a:srgbClr val="383838"/>
                </a:solidFill>
                <a:effectLst/>
                <a:highlight>
                  <a:srgbClr val="FFFF00"/>
                </a:highlight>
              </a:rPr>
              <a:t>{</a:t>
            </a:r>
            <a:br>
              <a:rPr lang="en-US" b="1" dirty="0">
                <a:solidFill>
                  <a:srgbClr val="383838"/>
                </a:solidFill>
                <a:effectLst/>
                <a:highlight>
                  <a:srgbClr val="FFFF00"/>
                </a:highlight>
              </a:rPr>
            </a:br>
            <a:r>
              <a:rPr lang="en-US" b="1" dirty="0">
                <a:solidFill>
                  <a:srgbClr val="383838"/>
                </a:solidFill>
                <a:effectLst/>
              </a:rPr>
              <a:t>    </a:t>
            </a:r>
            <a:r>
              <a:rPr lang="en-US" dirty="0">
                <a:solidFill>
                  <a:srgbClr val="0F54D6"/>
                </a:solidFill>
                <a:effectLst/>
              </a:rPr>
              <a:t>public int </a:t>
            </a:r>
            <a:r>
              <a:rPr lang="en-US" dirty="0">
                <a:solidFill>
                  <a:srgbClr val="248700"/>
                </a:solidFill>
                <a:effectLst/>
              </a:rPr>
              <a:t>Id </a:t>
            </a:r>
            <a:r>
              <a:rPr lang="en-US" b="1" dirty="0">
                <a:solidFill>
                  <a:srgbClr val="383838"/>
                </a:solidFill>
                <a:effectLst/>
              </a:rPr>
              <a:t>{ </a:t>
            </a:r>
            <a:r>
              <a:rPr lang="en-US" dirty="0">
                <a:solidFill>
                  <a:srgbClr val="6B2FBA"/>
                </a:solidFill>
                <a:effectLst/>
              </a:rPr>
              <a:t>get</a:t>
            </a:r>
            <a:r>
              <a:rPr lang="en-US" b="1" dirty="0">
                <a:solidFill>
                  <a:srgbClr val="383838"/>
                </a:solidFill>
                <a:effectLst/>
              </a:rPr>
              <a:t>; </a:t>
            </a:r>
            <a:r>
              <a:rPr lang="en-US" dirty="0">
                <a:solidFill>
                  <a:srgbClr val="6B2FBA"/>
                </a:solidFill>
                <a:effectLst/>
              </a:rPr>
              <a:t>set</a:t>
            </a:r>
            <a:r>
              <a:rPr lang="en-US" b="1" dirty="0">
                <a:solidFill>
                  <a:srgbClr val="383838"/>
                </a:solidFill>
                <a:effectLst/>
              </a:rPr>
              <a:t>; }</a:t>
            </a:r>
            <a:br>
              <a:rPr lang="en-US" b="1" dirty="0">
                <a:solidFill>
                  <a:srgbClr val="383838"/>
                </a:solidFill>
                <a:effectLst/>
              </a:rPr>
            </a:br>
            <a:r>
              <a:rPr lang="en-US" b="1" dirty="0">
                <a:solidFill>
                  <a:srgbClr val="383838"/>
                </a:solidFill>
                <a:effectLst/>
              </a:rPr>
              <a:t>//…</a:t>
            </a:r>
          </a:p>
          <a:p>
            <a:r>
              <a:rPr lang="en-US" b="1" dirty="0">
                <a:solidFill>
                  <a:srgbClr val="383838"/>
                </a:solidFill>
                <a:highlight>
                  <a:srgbClr val="FFFF00"/>
                </a:highlight>
              </a:rPr>
              <a:t>    </a:t>
            </a:r>
            <a:r>
              <a:rPr lang="en-US" dirty="0">
                <a:solidFill>
                  <a:srgbClr val="0F54D6"/>
                </a:solidFill>
                <a:effectLst/>
                <a:highlight>
                  <a:srgbClr val="FFFF00"/>
                </a:highlight>
              </a:rPr>
              <a:t>public string </a:t>
            </a:r>
            <a:r>
              <a:rPr lang="en-US" dirty="0" err="1">
                <a:solidFill>
                  <a:srgbClr val="248700"/>
                </a:solidFill>
                <a:effectLst/>
                <a:highlight>
                  <a:srgbClr val="FFFF00"/>
                </a:highlight>
              </a:rPr>
              <a:t>TenantId</a:t>
            </a:r>
            <a:r>
              <a:rPr lang="en-US" dirty="0">
                <a:solidFill>
                  <a:srgbClr val="248700"/>
                </a:solidFill>
                <a:effectLst/>
                <a:highlight>
                  <a:srgbClr val="FFFF00"/>
                </a:highlight>
              </a:rPr>
              <a:t> </a:t>
            </a:r>
            <a:r>
              <a:rPr lang="en-US" b="1" dirty="0">
                <a:solidFill>
                  <a:srgbClr val="383838"/>
                </a:solidFill>
                <a:effectLst/>
                <a:highlight>
                  <a:srgbClr val="FFFF00"/>
                </a:highlight>
              </a:rPr>
              <a:t>{ </a:t>
            </a:r>
            <a:r>
              <a:rPr lang="en-US" dirty="0">
                <a:solidFill>
                  <a:srgbClr val="6B2FBA"/>
                </a:solidFill>
                <a:effectLst/>
                <a:highlight>
                  <a:srgbClr val="FFFF00"/>
                </a:highlight>
              </a:rPr>
              <a:t>get</a:t>
            </a:r>
            <a:r>
              <a:rPr lang="en-US" b="1" dirty="0">
                <a:solidFill>
                  <a:srgbClr val="383838"/>
                </a:solidFill>
                <a:effectLst/>
                <a:highlight>
                  <a:srgbClr val="FFFF00"/>
                </a:highlight>
              </a:rPr>
              <a:t>; </a:t>
            </a:r>
            <a:r>
              <a:rPr lang="en-US" dirty="0">
                <a:solidFill>
                  <a:srgbClr val="6B2FBA"/>
                </a:solidFill>
                <a:effectLst/>
                <a:highlight>
                  <a:srgbClr val="FFFF00"/>
                </a:highlight>
              </a:rPr>
              <a:t>set</a:t>
            </a:r>
            <a:r>
              <a:rPr lang="en-US" b="1" dirty="0">
                <a:solidFill>
                  <a:srgbClr val="383838"/>
                </a:solidFill>
                <a:effectLst/>
                <a:highlight>
                  <a:srgbClr val="FFFF00"/>
                </a:highlight>
              </a:rPr>
              <a:t>; }</a:t>
            </a:r>
            <a:br>
              <a:rPr lang="en-US" b="1" dirty="0">
                <a:solidFill>
                  <a:srgbClr val="383838"/>
                </a:solidFill>
                <a:effectLst/>
              </a:rPr>
            </a:br>
            <a:r>
              <a:rPr lang="en-US" b="1" dirty="0">
                <a:solidFill>
                  <a:srgbClr val="383838"/>
                </a:solidFill>
                <a:effectLst/>
              </a:rPr>
              <a:t>}</a:t>
            </a:r>
            <a:endParaRPr lang="en-US" dirty="0">
              <a:solidFill>
                <a:srgbClr val="202020"/>
              </a:solidFill>
              <a:effectLst/>
            </a:endParaRPr>
          </a:p>
        </p:txBody>
      </p:sp>
    </p:spTree>
    <p:extLst>
      <p:ext uri="{BB962C8B-B14F-4D97-AF65-F5344CB8AC3E}">
        <p14:creationId xmlns:p14="http://schemas.microsoft.com/office/powerpoint/2010/main" val="30605693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8A202-3A36-77C0-0751-87FD42FE84D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A6C05C2-F5D5-4694-6404-19CE69872F88}"/>
              </a:ext>
            </a:extLst>
          </p:cNvPr>
          <p:cNvSpPr>
            <a:spLocks noGrp="1"/>
          </p:cNvSpPr>
          <p:nvPr>
            <p:ph type="title"/>
          </p:nvPr>
        </p:nvSpPr>
        <p:spPr/>
        <p:txBody>
          <a:bodyPr/>
          <a:lstStyle/>
          <a:p>
            <a:r>
              <a:rPr lang="en-US" dirty="0"/>
              <a:t>Protecting the data –  </a:t>
            </a:r>
            <a:r>
              <a:rPr lang="en-US" dirty="0" err="1"/>
              <a:t>TenantIdValueGenerator</a:t>
            </a:r>
            <a:endParaRPr lang="en-US" dirty="0"/>
          </a:p>
        </p:txBody>
      </p:sp>
      <p:sp>
        <p:nvSpPr>
          <p:cNvPr id="4" name="TextBox 3">
            <a:extLst>
              <a:ext uri="{FF2B5EF4-FFF2-40B4-BE49-F238E27FC236}">
                <a16:creationId xmlns:a16="http://schemas.microsoft.com/office/drawing/2014/main" id="{6828BD60-B1C7-3817-5E21-B82BCC81F6DB}"/>
              </a:ext>
            </a:extLst>
          </p:cNvPr>
          <p:cNvSpPr txBox="1"/>
          <p:nvPr/>
        </p:nvSpPr>
        <p:spPr>
          <a:xfrm>
            <a:off x="849297" y="2237941"/>
            <a:ext cx="10493406" cy="3416320"/>
          </a:xfrm>
          <a:prstGeom prst="rect">
            <a:avLst/>
          </a:prstGeom>
          <a:noFill/>
        </p:spPr>
        <p:txBody>
          <a:bodyPr wrap="square">
            <a:spAutoFit/>
          </a:bodyPr>
          <a:lstStyle/>
          <a:p>
            <a:r>
              <a:rPr lang="en-US" dirty="0">
                <a:solidFill>
                  <a:srgbClr val="0F54D6"/>
                </a:solidFill>
                <a:effectLst/>
              </a:rPr>
              <a:t>public class </a:t>
            </a:r>
            <a:r>
              <a:rPr lang="en-US" dirty="0" err="1">
                <a:solidFill>
                  <a:srgbClr val="8C6C41"/>
                </a:solidFill>
                <a:effectLst/>
              </a:rPr>
              <a:t>TenantIdValueGenerator</a:t>
            </a:r>
            <a:r>
              <a:rPr lang="en-US" dirty="0">
                <a:solidFill>
                  <a:srgbClr val="8C6C41"/>
                </a:solidFill>
                <a:effectLst/>
              </a:rPr>
              <a:t> </a:t>
            </a:r>
            <a:r>
              <a:rPr lang="en-US" dirty="0">
                <a:solidFill>
                  <a:srgbClr val="202020"/>
                </a:solidFill>
                <a:effectLst/>
              </a:rPr>
              <a:t>: </a:t>
            </a:r>
            <a:r>
              <a:rPr lang="en-US" dirty="0" err="1">
                <a:solidFill>
                  <a:srgbClr val="8C6C41"/>
                </a:solidFill>
                <a:effectLst/>
              </a:rPr>
              <a:t>ValueGenerator</a:t>
            </a:r>
            <a:r>
              <a:rPr lang="en-US" dirty="0">
                <a:solidFill>
                  <a:srgbClr val="383838"/>
                </a:solidFill>
                <a:effectLst/>
              </a:rPr>
              <a:t>&lt;</a:t>
            </a:r>
            <a:r>
              <a:rPr lang="en-US" dirty="0">
                <a:solidFill>
                  <a:srgbClr val="0F54D6"/>
                </a:solidFill>
                <a:effectLst/>
              </a:rPr>
              <a:t>string</a:t>
            </a:r>
            <a:r>
              <a:rPr lang="en-US" dirty="0">
                <a:solidFill>
                  <a:srgbClr val="383838"/>
                </a:solidFill>
                <a:effectLst/>
              </a:rPr>
              <a:t>&gt;</a:t>
            </a:r>
            <a:br>
              <a:rPr lang="en-US" dirty="0">
                <a:solidFill>
                  <a:srgbClr val="383838"/>
                </a:solidFill>
                <a:effectLst/>
              </a:rPr>
            </a:b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a:solidFill>
                  <a:srgbClr val="0F54D6"/>
                </a:solidFill>
                <a:effectLst/>
              </a:rPr>
              <a:t>public override string </a:t>
            </a:r>
            <a:r>
              <a:rPr lang="en-US" dirty="0">
                <a:solidFill>
                  <a:srgbClr val="6B2FBA"/>
                </a:solidFill>
                <a:effectLst/>
              </a:rPr>
              <a:t>Next</a:t>
            </a:r>
            <a:r>
              <a:rPr lang="en-US" b="1" dirty="0">
                <a:solidFill>
                  <a:srgbClr val="383838"/>
                </a:solidFill>
                <a:effectLst/>
              </a:rPr>
              <a:t>(</a:t>
            </a:r>
            <a:r>
              <a:rPr lang="en-US" dirty="0" err="1">
                <a:solidFill>
                  <a:srgbClr val="8C6C41"/>
                </a:solidFill>
                <a:effectLst/>
              </a:rPr>
              <a:t>EntityEntry</a:t>
            </a:r>
            <a:r>
              <a:rPr lang="en-US" dirty="0">
                <a:solidFill>
                  <a:srgbClr val="8C6C41"/>
                </a:solidFill>
                <a:effectLst/>
              </a:rPr>
              <a:t> </a:t>
            </a:r>
            <a:r>
              <a:rPr lang="en-US" dirty="0">
                <a:solidFill>
                  <a:srgbClr val="1B6600"/>
                </a:solidFill>
                <a:effectLst/>
              </a:rPr>
              <a:t>entry</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br>
              <a:rPr lang="en-US" b="1" dirty="0">
                <a:solidFill>
                  <a:srgbClr val="383838"/>
                </a:solidFill>
                <a:effectLst/>
              </a:rPr>
            </a:br>
            <a:r>
              <a:rPr lang="en-US" b="1" dirty="0">
                <a:solidFill>
                  <a:srgbClr val="383838"/>
                </a:solidFill>
                <a:effectLst/>
              </a:rPr>
              <a:t>        </a:t>
            </a:r>
            <a:r>
              <a:rPr lang="en-US" dirty="0">
                <a:solidFill>
                  <a:srgbClr val="0F54D6"/>
                </a:solidFill>
                <a:effectLst/>
              </a:rPr>
              <a:t>if </a:t>
            </a:r>
            <a:r>
              <a:rPr lang="en-US" b="1" dirty="0">
                <a:solidFill>
                  <a:srgbClr val="383838"/>
                </a:solidFill>
                <a:effectLst/>
              </a:rPr>
              <a:t>(</a:t>
            </a:r>
            <a:r>
              <a:rPr lang="en-US" dirty="0" err="1">
                <a:solidFill>
                  <a:srgbClr val="1B6600"/>
                </a:solidFill>
                <a:effectLst/>
              </a:rPr>
              <a:t>entry</a:t>
            </a:r>
            <a:r>
              <a:rPr lang="en-US" b="1" dirty="0" err="1">
                <a:solidFill>
                  <a:srgbClr val="383838"/>
                </a:solidFill>
                <a:effectLst/>
              </a:rPr>
              <a:t>.</a:t>
            </a:r>
            <a:r>
              <a:rPr lang="en-US" dirty="0" err="1">
                <a:solidFill>
                  <a:srgbClr val="248700"/>
                </a:solidFill>
                <a:effectLst/>
              </a:rPr>
              <a:t>Entity</a:t>
            </a:r>
            <a:r>
              <a:rPr lang="en-US" dirty="0">
                <a:solidFill>
                  <a:srgbClr val="248700"/>
                </a:solidFill>
                <a:effectLst/>
              </a:rPr>
              <a:t> </a:t>
            </a:r>
            <a:r>
              <a:rPr lang="en-US" dirty="0">
                <a:solidFill>
                  <a:srgbClr val="0F54D6"/>
                </a:solidFill>
                <a:effectLst/>
              </a:rPr>
              <a:t>is </a:t>
            </a:r>
            <a:r>
              <a:rPr lang="en-US" dirty="0" err="1">
                <a:solidFill>
                  <a:srgbClr val="8C6C41"/>
                </a:solidFill>
                <a:effectLst/>
              </a:rPr>
              <a:t>ITenanted</a:t>
            </a:r>
            <a:r>
              <a:rPr lang="en-US" dirty="0">
                <a:solidFill>
                  <a:srgbClr val="8C6C41"/>
                </a:solidFill>
                <a:effectLst/>
              </a:rPr>
              <a:t> </a:t>
            </a:r>
            <a:r>
              <a:rPr lang="en-US" dirty="0">
                <a:solidFill>
                  <a:srgbClr val="383838"/>
                </a:solidFill>
                <a:effectLst/>
              </a:rPr>
              <a:t>&amp;&amp; </a:t>
            </a:r>
            <a:r>
              <a:rPr lang="en-US" dirty="0" err="1">
                <a:solidFill>
                  <a:srgbClr val="1B6600"/>
                </a:solidFill>
                <a:effectLst/>
              </a:rPr>
              <a:t>entry</a:t>
            </a:r>
            <a:r>
              <a:rPr lang="en-US" b="1" dirty="0" err="1">
                <a:solidFill>
                  <a:srgbClr val="383838"/>
                </a:solidFill>
                <a:effectLst/>
              </a:rPr>
              <a:t>.</a:t>
            </a:r>
            <a:r>
              <a:rPr lang="en-US" dirty="0" err="1">
                <a:solidFill>
                  <a:srgbClr val="248700"/>
                </a:solidFill>
                <a:effectLst/>
              </a:rPr>
              <a:t>Context</a:t>
            </a:r>
            <a:r>
              <a:rPr lang="en-US" dirty="0">
                <a:solidFill>
                  <a:srgbClr val="248700"/>
                </a:solidFill>
                <a:effectLst/>
              </a:rPr>
              <a:t> </a:t>
            </a:r>
            <a:r>
              <a:rPr lang="en-US" dirty="0">
                <a:solidFill>
                  <a:srgbClr val="0F54D6"/>
                </a:solidFill>
                <a:effectLst/>
              </a:rPr>
              <a:t>is </a:t>
            </a:r>
            <a:r>
              <a:rPr lang="en-US" dirty="0" err="1">
                <a:solidFill>
                  <a:srgbClr val="8C6C41"/>
                </a:solidFill>
                <a:effectLst/>
              </a:rPr>
              <a:t>ApplicationDbContext</a:t>
            </a:r>
            <a:r>
              <a:rPr lang="en-US" dirty="0">
                <a:solidFill>
                  <a:srgbClr val="8C6C41"/>
                </a:solidFill>
                <a:effectLst/>
              </a:rPr>
              <a:t> </a:t>
            </a:r>
            <a:r>
              <a:rPr lang="en-US" dirty="0" err="1">
                <a:solidFill>
                  <a:srgbClr val="1B6600"/>
                </a:solidFill>
                <a:effectLst/>
              </a:rPr>
              <a:t>applicationDbContext</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br>
              <a:rPr lang="en-US" b="1" dirty="0">
                <a:solidFill>
                  <a:srgbClr val="383838"/>
                </a:solidFill>
                <a:effectLst/>
              </a:rPr>
            </a:br>
            <a:r>
              <a:rPr lang="en-US" b="1" dirty="0">
                <a:solidFill>
                  <a:srgbClr val="383838"/>
                </a:solidFill>
                <a:effectLst/>
              </a:rPr>
              <a:t>            </a:t>
            </a:r>
            <a:r>
              <a:rPr lang="en-US" dirty="0">
                <a:solidFill>
                  <a:srgbClr val="0F54D6"/>
                </a:solidFill>
                <a:effectLst/>
              </a:rPr>
              <a:t>return </a:t>
            </a:r>
            <a:r>
              <a:rPr lang="en-US" dirty="0" err="1">
                <a:solidFill>
                  <a:srgbClr val="1B6600"/>
                </a:solidFill>
                <a:effectLst/>
              </a:rPr>
              <a:t>applicationDbContext</a:t>
            </a:r>
            <a:r>
              <a:rPr lang="en-US" b="1" dirty="0" err="1">
                <a:solidFill>
                  <a:srgbClr val="383838"/>
                </a:solidFill>
                <a:effectLst/>
              </a:rPr>
              <a:t>.</a:t>
            </a:r>
            <a:r>
              <a:rPr lang="en-US" dirty="0" err="1">
                <a:solidFill>
                  <a:srgbClr val="248700"/>
                </a:solidFill>
                <a:effectLst/>
              </a:rPr>
              <a:t>Tenant</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br>
              <a:rPr lang="en-US" b="1" dirty="0">
                <a:solidFill>
                  <a:srgbClr val="383838"/>
                </a:solidFill>
                <a:effectLst/>
              </a:rPr>
            </a:br>
            <a:r>
              <a:rPr lang="en-US" b="1" dirty="0">
                <a:solidFill>
                  <a:srgbClr val="383838"/>
                </a:solidFill>
                <a:effectLst/>
              </a:rPr>
              <a:t>        </a:t>
            </a:r>
            <a:r>
              <a:rPr lang="en-US" dirty="0">
                <a:solidFill>
                  <a:srgbClr val="0F54D6"/>
                </a:solidFill>
                <a:effectLst/>
              </a:rPr>
              <a:t>throw new </a:t>
            </a:r>
            <a:r>
              <a:rPr lang="en-US" dirty="0" err="1">
                <a:solidFill>
                  <a:srgbClr val="8C6C41"/>
                </a:solidFill>
                <a:effectLst/>
              </a:rPr>
              <a:t>InvalidOperationException</a:t>
            </a:r>
            <a:r>
              <a:rPr lang="en-US" b="1" dirty="0">
                <a:solidFill>
                  <a:srgbClr val="383838"/>
                </a:solidFill>
                <a:effectLst/>
              </a:rPr>
              <a:t>(</a:t>
            </a:r>
            <a:r>
              <a:rPr lang="en-US" dirty="0">
                <a:solidFill>
                  <a:srgbClr val="0093A1"/>
                </a:solidFill>
                <a:effectLst/>
              </a:rPr>
              <a:t>"</a:t>
            </a:r>
            <a:r>
              <a:rPr lang="en-US" dirty="0" err="1">
                <a:solidFill>
                  <a:srgbClr val="0093A1"/>
                </a:solidFill>
                <a:effectLst/>
              </a:rPr>
              <a:t>TenantId</a:t>
            </a:r>
            <a:r>
              <a:rPr lang="en-US" dirty="0">
                <a:solidFill>
                  <a:srgbClr val="0093A1"/>
                </a:solidFill>
                <a:effectLst/>
              </a:rPr>
              <a:t> is expected to be set on this entity!"</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br>
              <a:rPr lang="en-US" b="1" dirty="0">
                <a:solidFill>
                  <a:srgbClr val="383838"/>
                </a:solidFill>
                <a:effectLst/>
              </a:rPr>
            </a:br>
            <a:r>
              <a:rPr lang="en-US" b="1" dirty="0">
                <a:solidFill>
                  <a:srgbClr val="383838"/>
                </a:solidFill>
                <a:effectLst/>
              </a:rPr>
              <a:t>    </a:t>
            </a:r>
            <a:r>
              <a:rPr lang="en-US" dirty="0">
                <a:solidFill>
                  <a:srgbClr val="0F54D6"/>
                </a:solidFill>
                <a:effectLst/>
              </a:rPr>
              <a:t>public override bool </a:t>
            </a:r>
            <a:r>
              <a:rPr lang="en-US" dirty="0" err="1">
                <a:solidFill>
                  <a:srgbClr val="248700"/>
                </a:solidFill>
                <a:effectLst/>
              </a:rPr>
              <a:t>GeneratesTemporaryValues</a:t>
            </a:r>
            <a:r>
              <a:rPr lang="en-US" dirty="0">
                <a:solidFill>
                  <a:srgbClr val="248700"/>
                </a:solidFill>
                <a:effectLst/>
              </a:rPr>
              <a:t> </a:t>
            </a:r>
            <a:r>
              <a:rPr lang="en-US" b="1" dirty="0">
                <a:solidFill>
                  <a:srgbClr val="949494"/>
                </a:solidFill>
                <a:effectLst/>
              </a:rPr>
              <a:t>{ </a:t>
            </a:r>
            <a:r>
              <a:rPr lang="en-US" dirty="0">
                <a:solidFill>
                  <a:srgbClr val="949494"/>
                </a:solidFill>
                <a:effectLst/>
              </a:rPr>
              <a:t>get</a:t>
            </a:r>
            <a:r>
              <a:rPr lang="en-US" b="1" dirty="0">
                <a:solidFill>
                  <a:srgbClr val="949494"/>
                </a:solidFill>
                <a:effectLst/>
              </a:rPr>
              <a:t>; } </a:t>
            </a:r>
            <a:r>
              <a:rPr lang="en-US" dirty="0">
                <a:solidFill>
                  <a:srgbClr val="383838"/>
                </a:solidFill>
                <a:effectLst/>
              </a:rPr>
              <a:t>= </a:t>
            </a:r>
            <a:r>
              <a:rPr lang="en-US" dirty="0">
                <a:solidFill>
                  <a:srgbClr val="0F54D6"/>
                </a:solidFill>
                <a:effectLst/>
              </a:rPr>
              <a:t>false</a:t>
            </a:r>
            <a:r>
              <a:rPr lang="en-US" b="1" dirty="0">
                <a:solidFill>
                  <a:srgbClr val="383838"/>
                </a:solidFill>
                <a:effectLst/>
              </a:rPr>
              <a:t>;</a:t>
            </a:r>
            <a:br>
              <a:rPr lang="en-US" b="1" dirty="0">
                <a:solidFill>
                  <a:srgbClr val="383838"/>
                </a:solidFill>
                <a:effectLst/>
              </a:rPr>
            </a:br>
            <a:r>
              <a:rPr lang="en-US" b="1" dirty="0">
                <a:solidFill>
                  <a:srgbClr val="383838"/>
                </a:solidFill>
                <a:effectLst/>
              </a:rPr>
              <a:t>}</a:t>
            </a:r>
            <a:endParaRPr lang="en-US" dirty="0">
              <a:solidFill>
                <a:srgbClr val="202020"/>
              </a:solidFill>
              <a:effectLst/>
            </a:endParaRPr>
          </a:p>
        </p:txBody>
      </p:sp>
    </p:spTree>
    <p:extLst>
      <p:ext uri="{BB962C8B-B14F-4D97-AF65-F5344CB8AC3E}">
        <p14:creationId xmlns:p14="http://schemas.microsoft.com/office/powerpoint/2010/main" val="731970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911AD-A812-3DE3-886D-733D753EC91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3BDC685-B10B-CE81-CC53-83F6471B0BBE}"/>
              </a:ext>
            </a:extLst>
          </p:cNvPr>
          <p:cNvSpPr>
            <a:spLocks noGrp="1"/>
          </p:cNvSpPr>
          <p:nvPr>
            <p:ph type="title"/>
          </p:nvPr>
        </p:nvSpPr>
        <p:spPr>
          <a:xfrm>
            <a:off x="1296000" y="720000"/>
            <a:ext cx="10348009" cy="1296000"/>
          </a:xfrm>
        </p:spPr>
        <p:txBody>
          <a:bodyPr/>
          <a:lstStyle/>
          <a:p>
            <a:r>
              <a:rPr lang="en-US" dirty="0"/>
              <a:t>Protecting the data – </a:t>
            </a:r>
            <a:r>
              <a:rPr lang="en-US" dirty="0" err="1"/>
              <a:t>ApplicationDbContext</a:t>
            </a:r>
            <a:endParaRPr lang="en-US" dirty="0"/>
          </a:p>
        </p:txBody>
      </p:sp>
      <p:sp>
        <p:nvSpPr>
          <p:cNvPr id="5" name="TextBox 4">
            <a:extLst>
              <a:ext uri="{FF2B5EF4-FFF2-40B4-BE49-F238E27FC236}">
                <a16:creationId xmlns:a16="http://schemas.microsoft.com/office/drawing/2014/main" id="{1D107342-C8FB-B22E-4A4A-1B7E6F883BC8}"/>
              </a:ext>
            </a:extLst>
          </p:cNvPr>
          <p:cNvSpPr txBox="1"/>
          <p:nvPr/>
        </p:nvSpPr>
        <p:spPr>
          <a:xfrm>
            <a:off x="1517515" y="1905609"/>
            <a:ext cx="9027268" cy="2862322"/>
          </a:xfrm>
          <a:prstGeom prst="rect">
            <a:avLst/>
          </a:prstGeom>
          <a:noFill/>
        </p:spPr>
        <p:txBody>
          <a:bodyPr wrap="square">
            <a:spAutoFit/>
          </a:bodyPr>
          <a:lstStyle/>
          <a:p>
            <a:pPr>
              <a:buNone/>
            </a:pPr>
            <a:r>
              <a:rPr lang="en-US" b="0" dirty="0" err="1">
                <a:solidFill>
                  <a:srgbClr val="001080"/>
                </a:solidFill>
                <a:effectLst/>
                <a:latin typeface="Menlo" panose="020B0609030804020204" pitchFamily="49" charset="0"/>
              </a:rPr>
              <a:t>builder</a:t>
            </a:r>
            <a:r>
              <a:rPr lang="en-US" b="0" dirty="0" err="1">
                <a:solidFill>
                  <a:srgbClr val="000000"/>
                </a:solidFill>
                <a:effectLst/>
                <a:latin typeface="Menlo" panose="020B0609030804020204" pitchFamily="49" charset="0"/>
              </a:rPr>
              <a:t>.</a:t>
            </a:r>
            <a:r>
              <a:rPr lang="en-US" b="0" dirty="0" err="1">
                <a:solidFill>
                  <a:srgbClr val="795E26"/>
                </a:solidFill>
                <a:effectLst/>
                <a:latin typeface="Menlo" panose="020B0609030804020204" pitchFamily="49" charset="0"/>
              </a:rPr>
              <a:t>Entity</a:t>
            </a:r>
            <a:r>
              <a:rPr lang="en-US" b="0" dirty="0">
                <a:solidFill>
                  <a:srgbClr val="000000"/>
                </a:solidFill>
                <a:effectLst/>
                <a:latin typeface="Menlo" panose="020B0609030804020204" pitchFamily="49" charset="0"/>
              </a:rPr>
              <a:t>&lt;</a:t>
            </a:r>
            <a:r>
              <a:rPr lang="en-US" b="0" dirty="0" err="1">
                <a:solidFill>
                  <a:srgbClr val="267F99"/>
                </a:solidFill>
                <a:effectLst/>
                <a:latin typeface="Menlo" panose="020B0609030804020204" pitchFamily="49" charset="0"/>
              </a:rPr>
              <a:t>HealingPod</a:t>
            </a:r>
            <a:r>
              <a:rPr lang="en-US" b="0" dirty="0">
                <a:solidFill>
                  <a:srgbClr val="000000"/>
                </a:solidFill>
                <a:effectLst/>
                <a:latin typeface="Menlo" panose="020B0609030804020204" pitchFamily="49" charset="0"/>
              </a:rPr>
              <a:t>&gt;(</a:t>
            </a:r>
            <a:r>
              <a:rPr lang="en-US" b="0" dirty="0">
                <a:solidFill>
                  <a:srgbClr val="001080"/>
                </a:solidFill>
                <a:effectLst/>
                <a:latin typeface="Menlo" panose="020B0609030804020204" pitchFamily="49" charset="0"/>
              </a:rPr>
              <a:t>entity</a:t>
            </a:r>
            <a:r>
              <a:rPr lang="en-US" b="0" dirty="0">
                <a:solidFill>
                  <a:srgbClr val="000000"/>
                </a:solidFill>
                <a:effectLst/>
                <a:latin typeface="Menlo" panose="020B0609030804020204" pitchFamily="49" charset="0"/>
              </a:rPr>
              <a:t> =&gt;</a:t>
            </a:r>
          </a:p>
          <a:p>
            <a:pPr>
              <a:buNone/>
            </a:pPr>
            <a:r>
              <a:rPr lang="en-US" b="0" dirty="0">
                <a:solidFill>
                  <a:srgbClr val="000000"/>
                </a:solidFill>
                <a:effectLst/>
                <a:latin typeface="Menlo" panose="020B0609030804020204" pitchFamily="49" charset="0"/>
              </a:rPr>
              <a:t>{</a:t>
            </a:r>
          </a:p>
          <a:p>
            <a:pPr lvl="1"/>
            <a:r>
              <a:rPr lang="en-US" b="0" dirty="0" err="1">
                <a:solidFill>
                  <a:srgbClr val="001080"/>
                </a:solidFill>
                <a:effectLst/>
                <a:latin typeface="Menlo" panose="020B0609030804020204" pitchFamily="49" charset="0"/>
              </a:rPr>
              <a:t>entity</a:t>
            </a:r>
            <a:r>
              <a:rPr lang="en-US" b="0" dirty="0" err="1">
                <a:solidFill>
                  <a:srgbClr val="000000"/>
                </a:solidFill>
                <a:effectLst/>
                <a:latin typeface="Menlo" panose="020B0609030804020204" pitchFamily="49" charset="0"/>
              </a:rPr>
              <a:t>.</a:t>
            </a:r>
            <a:r>
              <a:rPr lang="en-US" b="0" dirty="0" err="1">
                <a:solidFill>
                  <a:srgbClr val="795E26"/>
                </a:solidFill>
                <a:effectLst/>
                <a:latin typeface="Menlo" panose="020B0609030804020204" pitchFamily="49" charset="0"/>
              </a:rPr>
              <a:t>HasKey</a:t>
            </a:r>
            <a:r>
              <a:rPr lang="en-US" b="0" dirty="0">
                <a:solidFill>
                  <a:srgbClr val="000000"/>
                </a:solidFill>
                <a:effectLst/>
                <a:latin typeface="Menlo" panose="020B0609030804020204" pitchFamily="49" charset="0"/>
              </a:rPr>
              <a:t>(</a:t>
            </a:r>
            <a:r>
              <a:rPr lang="en-US" b="0" dirty="0">
                <a:solidFill>
                  <a:srgbClr val="001080"/>
                </a:solidFill>
                <a:effectLst/>
                <a:latin typeface="Menlo" panose="020B0609030804020204" pitchFamily="49" charset="0"/>
              </a:rPr>
              <a:t>e</a:t>
            </a:r>
            <a:r>
              <a:rPr lang="en-US" b="0" dirty="0">
                <a:solidFill>
                  <a:srgbClr val="000000"/>
                </a:solidFill>
                <a:effectLst/>
                <a:latin typeface="Menlo" panose="020B0609030804020204" pitchFamily="49" charset="0"/>
              </a:rPr>
              <a:t> =&gt; </a:t>
            </a:r>
            <a:r>
              <a:rPr lang="en-US" b="0" dirty="0">
                <a:solidFill>
                  <a:srgbClr val="0000FF"/>
                </a:solidFill>
                <a:effectLst/>
                <a:latin typeface="Menlo" panose="020B0609030804020204" pitchFamily="49" charset="0"/>
              </a:rPr>
              <a:t>new</a:t>
            </a:r>
            <a:r>
              <a:rPr lang="en-US" b="0" dirty="0">
                <a:solidFill>
                  <a:srgbClr val="000000"/>
                </a:solidFill>
                <a:effectLst/>
                <a:latin typeface="Menlo" panose="020B0609030804020204" pitchFamily="49" charset="0"/>
              </a:rPr>
              <a:t> { </a:t>
            </a:r>
            <a:r>
              <a:rPr lang="en-US" b="0" dirty="0" err="1">
                <a:solidFill>
                  <a:srgbClr val="001080"/>
                </a:solidFill>
                <a:effectLst/>
                <a:latin typeface="Menlo" panose="020B0609030804020204" pitchFamily="49" charset="0"/>
              </a:rPr>
              <a:t>e</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 });</a:t>
            </a:r>
          </a:p>
          <a:p>
            <a:pPr lvl="1"/>
            <a:r>
              <a:rPr lang="en-US" dirty="0">
                <a:solidFill>
                  <a:srgbClr val="001080"/>
                </a:solidFill>
                <a:latin typeface="Menlo" panose="020B0609030804020204" pitchFamily="49" charset="0"/>
              </a:rPr>
              <a:t>e</a:t>
            </a:r>
            <a:r>
              <a:rPr lang="en-US" b="0" dirty="0">
                <a:solidFill>
                  <a:srgbClr val="001080"/>
                </a:solidFill>
                <a:effectLst/>
                <a:latin typeface="Menlo" panose="020B0609030804020204" pitchFamily="49" charset="0"/>
              </a:rPr>
              <a:t>ntity</a:t>
            </a:r>
          </a:p>
          <a:p>
            <a:pPr lvl="1"/>
            <a:r>
              <a:rPr lang="en-US" dirty="0">
                <a:solidFill>
                  <a:srgbClr val="001080"/>
                </a:solidFill>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795E26"/>
                </a:solidFill>
                <a:effectLst/>
                <a:latin typeface="Menlo" panose="020B0609030804020204" pitchFamily="49" charset="0"/>
              </a:rPr>
              <a:t>Property</a:t>
            </a:r>
            <a:r>
              <a:rPr lang="en-US" b="0" dirty="0">
                <a:solidFill>
                  <a:srgbClr val="000000"/>
                </a:solidFill>
                <a:effectLst/>
                <a:latin typeface="Menlo" panose="020B0609030804020204" pitchFamily="49" charset="0"/>
              </a:rPr>
              <a:t>(</a:t>
            </a:r>
            <a:r>
              <a:rPr lang="en-US" b="0" dirty="0">
                <a:solidFill>
                  <a:srgbClr val="001080"/>
                </a:solidFill>
                <a:effectLst/>
                <a:latin typeface="Menlo" panose="020B0609030804020204" pitchFamily="49" charset="0"/>
              </a:rPr>
              <a:t>e</a:t>
            </a:r>
            <a:r>
              <a:rPr lang="en-US" b="0" dirty="0">
                <a:solidFill>
                  <a:srgbClr val="000000"/>
                </a:solidFill>
                <a:effectLst/>
                <a:latin typeface="Menlo" panose="020B0609030804020204" pitchFamily="49" charset="0"/>
              </a:rPr>
              <a:t> =&gt; </a:t>
            </a:r>
            <a:r>
              <a:rPr lang="en-US" b="0" dirty="0" err="1">
                <a:solidFill>
                  <a:srgbClr val="001080"/>
                </a:solidFill>
                <a:effectLst/>
                <a:latin typeface="Menlo" panose="020B0609030804020204" pitchFamily="49" charset="0"/>
              </a:rPr>
              <a:t>e</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TenantId</a:t>
            </a:r>
            <a:r>
              <a:rPr lang="en-US" b="0" dirty="0">
                <a:solidFill>
                  <a:srgbClr val="000000"/>
                </a:solidFill>
                <a:effectLst/>
                <a:latin typeface="Menlo" panose="020B0609030804020204" pitchFamily="49" charset="0"/>
              </a:rPr>
              <a:t>)</a:t>
            </a:r>
          </a:p>
          <a:p>
            <a:pPr lvl="1"/>
            <a:r>
              <a:rPr lang="en-US" b="0" dirty="0">
                <a:solidFill>
                  <a:srgbClr val="000000"/>
                </a:solidFill>
                <a:effectLst/>
                <a:latin typeface="Menlo" panose="020B0609030804020204" pitchFamily="49" charset="0"/>
              </a:rPr>
              <a:t>	.</a:t>
            </a:r>
            <a:r>
              <a:rPr lang="en-US" b="0" dirty="0" err="1">
                <a:solidFill>
                  <a:srgbClr val="795E26"/>
                </a:solidFill>
                <a:effectLst/>
                <a:latin typeface="Menlo" panose="020B0609030804020204" pitchFamily="49" charset="0"/>
              </a:rPr>
              <a:t>IsRequired</a:t>
            </a:r>
            <a:r>
              <a:rPr lang="en-US" b="0" dirty="0">
                <a:solidFill>
                  <a:srgbClr val="000000"/>
                </a:solidFill>
                <a:effectLst/>
                <a:latin typeface="Menlo" panose="020B0609030804020204" pitchFamily="49" charset="0"/>
              </a:rPr>
              <a:t>()</a:t>
            </a:r>
          </a:p>
          <a:p>
            <a:pPr lvl="1"/>
            <a:r>
              <a:rPr lang="en-US" b="0" dirty="0">
                <a:solidFill>
                  <a:srgbClr val="000000"/>
                </a:solidFill>
                <a:effectLst/>
                <a:latin typeface="Menlo" panose="020B0609030804020204" pitchFamily="49" charset="0"/>
              </a:rPr>
              <a:t>	.</a:t>
            </a:r>
            <a:r>
              <a:rPr lang="en-US" b="0" dirty="0" err="1">
                <a:solidFill>
                  <a:srgbClr val="795E26"/>
                </a:solidFill>
                <a:effectLst/>
                <a:latin typeface="Menlo" panose="020B0609030804020204" pitchFamily="49" charset="0"/>
              </a:rPr>
              <a:t>HasValueGenerator</a:t>
            </a:r>
            <a:r>
              <a:rPr lang="en-US" b="0" dirty="0">
                <a:solidFill>
                  <a:srgbClr val="000000"/>
                </a:solidFill>
                <a:effectLst/>
                <a:latin typeface="Menlo" panose="020B0609030804020204" pitchFamily="49" charset="0"/>
              </a:rPr>
              <a:t>&lt;</a:t>
            </a:r>
            <a:r>
              <a:rPr lang="en-US" b="0" dirty="0" err="1">
                <a:solidFill>
                  <a:srgbClr val="267F99"/>
                </a:solidFill>
                <a:effectLst/>
                <a:latin typeface="Menlo" panose="020B0609030804020204" pitchFamily="49" charset="0"/>
              </a:rPr>
              <a:t>TenantIdValueGenerator</a:t>
            </a:r>
            <a:r>
              <a:rPr lang="en-US" b="0" dirty="0">
                <a:solidFill>
                  <a:srgbClr val="000000"/>
                </a:solidFill>
                <a:effectLst/>
                <a:latin typeface="Menlo" panose="020B0609030804020204" pitchFamily="49" charset="0"/>
              </a:rPr>
              <a:t>&gt;();</a:t>
            </a:r>
          </a:p>
          <a:p>
            <a:pPr lvl="1"/>
            <a:r>
              <a:rPr lang="en-US" b="0" dirty="0" err="1">
                <a:solidFill>
                  <a:srgbClr val="001080"/>
                </a:solidFill>
                <a:effectLst/>
                <a:latin typeface="Menlo" panose="020B0609030804020204" pitchFamily="49" charset="0"/>
              </a:rPr>
              <a:t>entity</a:t>
            </a:r>
            <a:r>
              <a:rPr lang="en-US" b="0" dirty="0" err="1">
                <a:solidFill>
                  <a:srgbClr val="000000"/>
                </a:solidFill>
                <a:effectLst/>
                <a:latin typeface="Menlo" panose="020B0609030804020204" pitchFamily="49" charset="0"/>
              </a:rPr>
              <a:t>.</a:t>
            </a:r>
            <a:r>
              <a:rPr lang="en-US" b="0" dirty="0" err="1">
                <a:solidFill>
                  <a:srgbClr val="795E26"/>
                </a:solidFill>
                <a:effectLst/>
                <a:latin typeface="Menlo" panose="020B0609030804020204" pitchFamily="49" charset="0"/>
              </a:rPr>
              <a:t>HasIndex</a:t>
            </a:r>
            <a:r>
              <a:rPr lang="en-US" b="0" dirty="0">
                <a:solidFill>
                  <a:srgbClr val="000000"/>
                </a:solidFill>
                <a:effectLst/>
                <a:latin typeface="Menlo" panose="020B0609030804020204" pitchFamily="49" charset="0"/>
              </a:rPr>
              <a:t>(</a:t>
            </a:r>
            <a:r>
              <a:rPr lang="en-US" b="0" dirty="0">
                <a:solidFill>
                  <a:srgbClr val="001080"/>
                </a:solidFill>
                <a:effectLst/>
                <a:latin typeface="Menlo" panose="020B0609030804020204" pitchFamily="49" charset="0"/>
              </a:rPr>
              <a:t>e</a:t>
            </a:r>
            <a:r>
              <a:rPr lang="en-US" b="0" dirty="0">
                <a:solidFill>
                  <a:srgbClr val="000000"/>
                </a:solidFill>
                <a:effectLst/>
                <a:latin typeface="Menlo" panose="020B0609030804020204" pitchFamily="49" charset="0"/>
              </a:rPr>
              <a:t> =&gt; </a:t>
            </a:r>
            <a:r>
              <a:rPr lang="en-US" b="0" dirty="0" err="1">
                <a:solidFill>
                  <a:srgbClr val="001080"/>
                </a:solidFill>
                <a:effectLst/>
                <a:latin typeface="Menlo" panose="020B0609030804020204" pitchFamily="49" charset="0"/>
              </a:rPr>
              <a:t>e</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TenantId</a:t>
            </a:r>
            <a:r>
              <a:rPr lang="en-US" b="0" dirty="0">
                <a:solidFill>
                  <a:srgbClr val="000000"/>
                </a:solidFill>
                <a:effectLst/>
                <a:latin typeface="Menlo" panose="020B0609030804020204" pitchFamily="49" charset="0"/>
              </a:rPr>
              <a:t>);</a:t>
            </a:r>
          </a:p>
          <a:p>
            <a:pPr lvl="1"/>
            <a:r>
              <a:rPr lang="en-US" b="0" dirty="0" err="1">
                <a:solidFill>
                  <a:srgbClr val="001080"/>
                </a:solidFill>
                <a:effectLst/>
                <a:latin typeface="Menlo" panose="020B0609030804020204" pitchFamily="49" charset="0"/>
              </a:rPr>
              <a:t>entity</a:t>
            </a:r>
            <a:r>
              <a:rPr lang="en-US" b="0" dirty="0" err="1">
                <a:solidFill>
                  <a:srgbClr val="000000"/>
                </a:solidFill>
                <a:effectLst/>
                <a:latin typeface="Menlo" panose="020B0609030804020204" pitchFamily="49" charset="0"/>
              </a:rPr>
              <a:t>.</a:t>
            </a:r>
            <a:r>
              <a:rPr lang="en-US" b="0" dirty="0" err="1">
                <a:solidFill>
                  <a:srgbClr val="795E26"/>
                </a:solidFill>
                <a:effectLst/>
                <a:latin typeface="Menlo" panose="020B0609030804020204" pitchFamily="49" charset="0"/>
              </a:rPr>
              <a:t>HasQueryFilter</a:t>
            </a:r>
            <a:r>
              <a:rPr lang="en-US" b="0" dirty="0">
                <a:solidFill>
                  <a:srgbClr val="000000"/>
                </a:solidFill>
                <a:effectLst/>
                <a:latin typeface="Menlo" panose="020B0609030804020204" pitchFamily="49" charset="0"/>
              </a:rPr>
              <a:t>(</a:t>
            </a:r>
            <a:r>
              <a:rPr lang="en-US" b="0" dirty="0">
                <a:solidFill>
                  <a:srgbClr val="001080"/>
                </a:solidFill>
                <a:effectLst/>
                <a:latin typeface="Menlo" panose="020B0609030804020204" pitchFamily="49" charset="0"/>
              </a:rPr>
              <a:t>e</a:t>
            </a:r>
            <a:r>
              <a:rPr lang="en-US" b="0" dirty="0">
                <a:solidFill>
                  <a:srgbClr val="000000"/>
                </a:solidFill>
                <a:effectLst/>
                <a:latin typeface="Menlo" panose="020B0609030804020204" pitchFamily="49" charset="0"/>
              </a:rPr>
              <a:t> =&gt; </a:t>
            </a:r>
            <a:r>
              <a:rPr lang="en-US" b="0" dirty="0" err="1">
                <a:solidFill>
                  <a:srgbClr val="001080"/>
                </a:solidFill>
                <a:effectLst/>
                <a:latin typeface="Menlo" panose="020B0609030804020204" pitchFamily="49" charset="0"/>
              </a:rPr>
              <a:t>e</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TenantId</a:t>
            </a:r>
            <a:r>
              <a:rPr lang="en-US" b="0" dirty="0">
                <a:solidFill>
                  <a:srgbClr val="000000"/>
                </a:solidFill>
                <a:effectLst/>
                <a:latin typeface="Menlo" panose="020B0609030804020204" pitchFamily="49" charset="0"/>
              </a:rPr>
              <a:t> == </a:t>
            </a:r>
            <a:r>
              <a:rPr lang="en-US" b="0" dirty="0" err="1">
                <a:solidFill>
                  <a:srgbClr val="001080"/>
                </a:solidFill>
                <a:effectLst/>
                <a:latin typeface="Menlo" panose="020B0609030804020204" pitchFamily="49" charset="0"/>
              </a:rPr>
              <a:t>TenantId</a:t>
            </a:r>
            <a:r>
              <a:rPr lang="en-US" b="0" dirty="0">
                <a:solidFill>
                  <a:srgbClr val="000000"/>
                </a:solidFill>
                <a:effectLst/>
                <a:latin typeface="Menlo" panose="020B0609030804020204" pitchFamily="49" charset="0"/>
              </a:rPr>
              <a:t>);</a:t>
            </a:r>
          </a:p>
          <a:p>
            <a:pPr>
              <a:buNone/>
            </a:pPr>
            <a:r>
              <a:rPr lang="en-US" b="0" dirty="0">
                <a:solidFill>
                  <a:srgbClr val="000000"/>
                </a:solidFill>
                <a:effectLst/>
                <a:latin typeface="Menlo" panose="020B0609030804020204" pitchFamily="49" charset="0"/>
              </a:rPr>
              <a:t>});</a:t>
            </a:r>
          </a:p>
        </p:txBody>
      </p:sp>
    </p:spTree>
    <p:extLst>
      <p:ext uri="{BB962C8B-B14F-4D97-AF65-F5344CB8AC3E}">
        <p14:creationId xmlns:p14="http://schemas.microsoft.com/office/powerpoint/2010/main" val="1623004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400B4-5788-395B-E08C-90185033FF9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F7C3568-723C-B7AF-1F60-BD6E46B19876}"/>
              </a:ext>
            </a:extLst>
          </p:cNvPr>
          <p:cNvSpPr>
            <a:spLocks noGrp="1"/>
          </p:cNvSpPr>
          <p:nvPr>
            <p:ph type="title"/>
          </p:nvPr>
        </p:nvSpPr>
        <p:spPr>
          <a:xfrm>
            <a:off x="1118586" y="720000"/>
            <a:ext cx="10041414" cy="1296000"/>
          </a:xfrm>
        </p:spPr>
        <p:txBody>
          <a:bodyPr/>
          <a:lstStyle/>
          <a:p>
            <a:r>
              <a:rPr lang="en-US" dirty="0"/>
              <a:t>Protecting the data – </a:t>
            </a:r>
            <a:r>
              <a:rPr lang="en-US" dirty="0" err="1"/>
              <a:t>ApplicationDbContext</a:t>
            </a:r>
            <a:endParaRPr lang="en-US" dirty="0"/>
          </a:p>
        </p:txBody>
      </p:sp>
      <p:sp>
        <p:nvSpPr>
          <p:cNvPr id="5" name="TextBox 4">
            <a:extLst>
              <a:ext uri="{FF2B5EF4-FFF2-40B4-BE49-F238E27FC236}">
                <a16:creationId xmlns:a16="http://schemas.microsoft.com/office/drawing/2014/main" id="{4978EB8F-5EB5-B8A7-2909-8A7C0BCC53C6}"/>
              </a:ext>
            </a:extLst>
          </p:cNvPr>
          <p:cNvSpPr txBox="1"/>
          <p:nvPr/>
        </p:nvSpPr>
        <p:spPr>
          <a:xfrm>
            <a:off x="2390573" y="2294715"/>
            <a:ext cx="8436312" cy="2862322"/>
          </a:xfrm>
          <a:prstGeom prst="rect">
            <a:avLst/>
          </a:prstGeom>
          <a:noFill/>
        </p:spPr>
        <p:txBody>
          <a:bodyPr wrap="square">
            <a:spAutoFit/>
          </a:bodyPr>
          <a:lstStyle/>
          <a:p>
            <a:pPr>
              <a:buNone/>
            </a:pPr>
            <a:r>
              <a:rPr lang="en-US" b="0" dirty="0" err="1">
                <a:solidFill>
                  <a:srgbClr val="001080"/>
                </a:solidFill>
                <a:effectLst/>
                <a:latin typeface="Menlo" panose="020B0609030804020204" pitchFamily="49" charset="0"/>
              </a:rPr>
              <a:t>builder</a:t>
            </a:r>
            <a:r>
              <a:rPr lang="en-US" b="0" dirty="0" err="1">
                <a:solidFill>
                  <a:srgbClr val="000000"/>
                </a:solidFill>
                <a:effectLst/>
                <a:latin typeface="Menlo" panose="020B0609030804020204" pitchFamily="49" charset="0"/>
              </a:rPr>
              <a:t>.</a:t>
            </a:r>
            <a:r>
              <a:rPr lang="en-US" b="0" dirty="0" err="1">
                <a:solidFill>
                  <a:srgbClr val="795E26"/>
                </a:solidFill>
                <a:effectLst/>
                <a:latin typeface="Menlo" panose="020B0609030804020204" pitchFamily="49" charset="0"/>
              </a:rPr>
              <a:t>Entity</a:t>
            </a:r>
            <a:r>
              <a:rPr lang="en-US" b="0" dirty="0">
                <a:solidFill>
                  <a:srgbClr val="000000"/>
                </a:solidFill>
                <a:effectLst/>
                <a:latin typeface="Menlo" panose="020B0609030804020204" pitchFamily="49" charset="0"/>
              </a:rPr>
              <a:t>&lt;</a:t>
            </a:r>
            <a:r>
              <a:rPr lang="en-US" b="0" dirty="0" err="1">
                <a:solidFill>
                  <a:srgbClr val="267F99"/>
                </a:solidFill>
                <a:effectLst/>
                <a:latin typeface="Menlo" panose="020B0609030804020204" pitchFamily="49" charset="0"/>
              </a:rPr>
              <a:t>PokemonAdmission</a:t>
            </a:r>
            <a:r>
              <a:rPr lang="en-US" b="0" dirty="0">
                <a:solidFill>
                  <a:srgbClr val="000000"/>
                </a:solidFill>
                <a:effectLst/>
                <a:latin typeface="Menlo" panose="020B0609030804020204" pitchFamily="49" charset="0"/>
              </a:rPr>
              <a:t>&gt;(</a:t>
            </a:r>
            <a:r>
              <a:rPr lang="en-US" b="0" dirty="0">
                <a:solidFill>
                  <a:srgbClr val="001080"/>
                </a:solidFill>
                <a:effectLst/>
                <a:latin typeface="Menlo" panose="020B0609030804020204" pitchFamily="49" charset="0"/>
              </a:rPr>
              <a:t>entity</a:t>
            </a:r>
            <a:r>
              <a:rPr lang="en-US" b="0" dirty="0">
                <a:solidFill>
                  <a:srgbClr val="000000"/>
                </a:solidFill>
                <a:effectLst/>
                <a:latin typeface="Menlo" panose="020B0609030804020204" pitchFamily="49" charset="0"/>
              </a:rPr>
              <a:t> =&gt;</a:t>
            </a:r>
          </a:p>
          <a:p>
            <a:pPr>
              <a:buNone/>
            </a:pPr>
            <a:r>
              <a:rPr lang="en-US" b="0" dirty="0">
                <a:solidFill>
                  <a:srgbClr val="000000"/>
                </a:solidFill>
                <a:effectLst/>
                <a:latin typeface="Menlo" panose="020B0609030804020204" pitchFamily="49" charset="0"/>
              </a:rPr>
              <a:t>{</a:t>
            </a:r>
          </a:p>
          <a:p>
            <a:pPr lvl="1"/>
            <a:r>
              <a:rPr lang="en-US" b="0" dirty="0" err="1">
                <a:solidFill>
                  <a:srgbClr val="001080"/>
                </a:solidFill>
                <a:effectLst/>
                <a:latin typeface="Menlo" panose="020B0609030804020204" pitchFamily="49" charset="0"/>
              </a:rPr>
              <a:t>entity</a:t>
            </a:r>
            <a:r>
              <a:rPr lang="en-US" b="0" dirty="0" err="1">
                <a:solidFill>
                  <a:srgbClr val="000000"/>
                </a:solidFill>
                <a:effectLst/>
                <a:latin typeface="Menlo" panose="020B0609030804020204" pitchFamily="49" charset="0"/>
              </a:rPr>
              <a:t>.</a:t>
            </a:r>
            <a:r>
              <a:rPr lang="en-US" b="0" dirty="0" err="1">
                <a:solidFill>
                  <a:srgbClr val="795E26"/>
                </a:solidFill>
                <a:effectLst/>
                <a:latin typeface="Menlo" panose="020B0609030804020204" pitchFamily="49" charset="0"/>
              </a:rPr>
              <a:t>HasKey</a:t>
            </a:r>
            <a:r>
              <a:rPr lang="en-US" b="0" dirty="0">
                <a:solidFill>
                  <a:srgbClr val="000000"/>
                </a:solidFill>
                <a:effectLst/>
                <a:latin typeface="Menlo" panose="020B0609030804020204" pitchFamily="49" charset="0"/>
              </a:rPr>
              <a:t>(</a:t>
            </a:r>
            <a:r>
              <a:rPr lang="en-US" b="0" dirty="0">
                <a:solidFill>
                  <a:srgbClr val="001080"/>
                </a:solidFill>
                <a:effectLst/>
                <a:latin typeface="Menlo" panose="020B0609030804020204" pitchFamily="49" charset="0"/>
              </a:rPr>
              <a:t>e</a:t>
            </a:r>
            <a:r>
              <a:rPr lang="en-US" b="0" dirty="0">
                <a:solidFill>
                  <a:srgbClr val="000000"/>
                </a:solidFill>
                <a:effectLst/>
                <a:latin typeface="Menlo" panose="020B0609030804020204" pitchFamily="49" charset="0"/>
              </a:rPr>
              <a:t> =&gt; </a:t>
            </a:r>
            <a:r>
              <a:rPr lang="en-US" b="0" dirty="0">
                <a:solidFill>
                  <a:srgbClr val="0000FF"/>
                </a:solidFill>
                <a:effectLst/>
                <a:latin typeface="Menlo" panose="020B0609030804020204" pitchFamily="49" charset="0"/>
              </a:rPr>
              <a:t>new</a:t>
            </a:r>
            <a:r>
              <a:rPr lang="en-US" b="0" dirty="0">
                <a:solidFill>
                  <a:srgbClr val="000000"/>
                </a:solidFill>
                <a:effectLst/>
                <a:latin typeface="Menlo" panose="020B0609030804020204" pitchFamily="49" charset="0"/>
              </a:rPr>
              <a:t> { </a:t>
            </a:r>
            <a:r>
              <a:rPr lang="en-US" b="0" dirty="0" err="1">
                <a:solidFill>
                  <a:srgbClr val="001080"/>
                </a:solidFill>
                <a:effectLst/>
                <a:latin typeface="Menlo" panose="020B0609030804020204" pitchFamily="49" charset="0"/>
              </a:rPr>
              <a:t>e</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 });</a:t>
            </a:r>
          </a:p>
          <a:p>
            <a:pPr lvl="1"/>
            <a:r>
              <a:rPr lang="en-US" dirty="0">
                <a:solidFill>
                  <a:srgbClr val="001080"/>
                </a:solidFill>
                <a:latin typeface="Menlo" panose="020B0609030804020204" pitchFamily="49" charset="0"/>
              </a:rPr>
              <a:t>e</a:t>
            </a:r>
            <a:r>
              <a:rPr lang="en-US" b="0" dirty="0">
                <a:solidFill>
                  <a:srgbClr val="001080"/>
                </a:solidFill>
                <a:effectLst/>
                <a:latin typeface="Menlo" panose="020B0609030804020204" pitchFamily="49" charset="0"/>
              </a:rPr>
              <a:t>ntity</a:t>
            </a:r>
          </a:p>
          <a:p>
            <a:pPr lvl="1"/>
            <a:r>
              <a:rPr lang="en-US" dirty="0">
                <a:solidFill>
                  <a:srgbClr val="001080"/>
                </a:solidFill>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795E26"/>
                </a:solidFill>
                <a:effectLst/>
                <a:latin typeface="Menlo" panose="020B0609030804020204" pitchFamily="49" charset="0"/>
              </a:rPr>
              <a:t>Property</a:t>
            </a:r>
            <a:r>
              <a:rPr lang="en-US" b="0" dirty="0">
                <a:solidFill>
                  <a:srgbClr val="000000"/>
                </a:solidFill>
                <a:effectLst/>
                <a:latin typeface="Menlo" panose="020B0609030804020204" pitchFamily="49" charset="0"/>
              </a:rPr>
              <a:t>(</a:t>
            </a:r>
            <a:r>
              <a:rPr lang="en-US" b="0" dirty="0">
                <a:solidFill>
                  <a:srgbClr val="001080"/>
                </a:solidFill>
                <a:effectLst/>
                <a:latin typeface="Menlo" panose="020B0609030804020204" pitchFamily="49" charset="0"/>
              </a:rPr>
              <a:t>e</a:t>
            </a:r>
            <a:r>
              <a:rPr lang="en-US" b="0" dirty="0">
                <a:solidFill>
                  <a:srgbClr val="000000"/>
                </a:solidFill>
                <a:effectLst/>
                <a:latin typeface="Menlo" panose="020B0609030804020204" pitchFamily="49" charset="0"/>
              </a:rPr>
              <a:t> =&gt; </a:t>
            </a:r>
            <a:r>
              <a:rPr lang="en-US" b="0" dirty="0" err="1">
                <a:solidFill>
                  <a:srgbClr val="001080"/>
                </a:solidFill>
                <a:effectLst/>
                <a:latin typeface="Menlo" panose="020B0609030804020204" pitchFamily="49" charset="0"/>
              </a:rPr>
              <a:t>e</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TenantId</a:t>
            </a:r>
            <a:r>
              <a:rPr lang="en-US" b="0" dirty="0">
                <a:solidFill>
                  <a:srgbClr val="000000"/>
                </a:solidFill>
                <a:effectLst/>
                <a:latin typeface="Menlo" panose="020B0609030804020204" pitchFamily="49" charset="0"/>
              </a:rPr>
              <a:t>)</a:t>
            </a:r>
          </a:p>
          <a:p>
            <a:pPr lvl="2"/>
            <a:r>
              <a:rPr lang="en-US" b="0" dirty="0">
                <a:solidFill>
                  <a:srgbClr val="000000"/>
                </a:solidFill>
                <a:effectLst/>
                <a:latin typeface="Menlo" panose="020B0609030804020204" pitchFamily="49" charset="0"/>
              </a:rPr>
              <a:t>.</a:t>
            </a:r>
            <a:r>
              <a:rPr lang="en-US" b="0" dirty="0" err="1">
                <a:solidFill>
                  <a:srgbClr val="795E26"/>
                </a:solidFill>
                <a:effectLst/>
                <a:latin typeface="Menlo" panose="020B0609030804020204" pitchFamily="49" charset="0"/>
              </a:rPr>
              <a:t>IsRequired</a:t>
            </a:r>
            <a:r>
              <a:rPr lang="en-US" b="0" dirty="0">
                <a:solidFill>
                  <a:srgbClr val="000000"/>
                </a:solidFill>
                <a:effectLst/>
                <a:latin typeface="Menlo" panose="020B0609030804020204" pitchFamily="49" charset="0"/>
              </a:rPr>
              <a:t>()</a:t>
            </a:r>
          </a:p>
          <a:p>
            <a:pPr lvl="2"/>
            <a:r>
              <a:rPr lang="en-US" b="0" dirty="0">
                <a:solidFill>
                  <a:srgbClr val="000000"/>
                </a:solidFill>
                <a:effectLst/>
                <a:latin typeface="Menlo" panose="020B0609030804020204" pitchFamily="49" charset="0"/>
              </a:rPr>
              <a:t>.</a:t>
            </a:r>
            <a:r>
              <a:rPr lang="en-US" b="0" dirty="0" err="1">
                <a:solidFill>
                  <a:srgbClr val="795E26"/>
                </a:solidFill>
                <a:effectLst/>
                <a:latin typeface="Menlo" panose="020B0609030804020204" pitchFamily="49" charset="0"/>
              </a:rPr>
              <a:t>HasValueGenerator</a:t>
            </a:r>
            <a:r>
              <a:rPr lang="en-US" b="0" dirty="0">
                <a:solidFill>
                  <a:srgbClr val="000000"/>
                </a:solidFill>
                <a:effectLst/>
                <a:latin typeface="Menlo" panose="020B0609030804020204" pitchFamily="49" charset="0"/>
              </a:rPr>
              <a:t>&lt;</a:t>
            </a:r>
            <a:r>
              <a:rPr lang="en-US" b="0" dirty="0" err="1">
                <a:solidFill>
                  <a:srgbClr val="267F99"/>
                </a:solidFill>
                <a:effectLst/>
                <a:latin typeface="Menlo" panose="020B0609030804020204" pitchFamily="49" charset="0"/>
              </a:rPr>
              <a:t>TenantIdValueGenerator</a:t>
            </a:r>
            <a:r>
              <a:rPr lang="en-US" b="0" dirty="0">
                <a:solidFill>
                  <a:srgbClr val="000000"/>
                </a:solidFill>
                <a:effectLst/>
                <a:latin typeface="Menlo" panose="020B0609030804020204" pitchFamily="49" charset="0"/>
              </a:rPr>
              <a:t>&gt;();</a:t>
            </a:r>
          </a:p>
          <a:p>
            <a:pPr lvl="1"/>
            <a:r>
              <a:rPr lang="en-US" b="0" dirty="0" err="1">
                <a:solidFill>
                  <a:srgbClr val="001080"/>
                </a:solidFill>
                <a:effectLst/>
                <a:latin typeface="Menlo" panose="020B0609030804020204" pitchFamily="49" charset="0"/>
              </a:rPr>
              <a:t>entity</a:t>
            </a:r>
            <a:r>
              <a:rPr lang="en-US" b="0" dirty="0" err="1">
                <a:solidFill>
                  <a:srgbClr val="000000"/>
                </a:solidFill>
                <a:effectLst/>
                <a:latin typeface="Menlo" panose="020B0609030804020204" pitchFamily="49" charset="0"/>
              </a:rPr>
              <a:t>.</a:t>
            </a:r>
            <a:r>
              <a:rPr lang="en-US" b="0" dirty="0" err="1">
                <a:solidFill>
                  <a:srgbClr val="795E26"/>
                </a:solidFill>
                <a:effectLst/>
                <a:latin typeface="Menlo" panose="020B0609030804020204" pitchFamily="49" charset="0"/>
              </a:rPr>
              <a:t>HasIndex</a:t>
            </a:r>
            <a:r>
              <a:rPr lang="en-US" b="0" dirty="0">
                <a:solidFill>
                  <a:srgbClr val="000000"/>
                </a:solidFill>
                <a:effectLst/>
                <a:latin typeface="Menlo" panose="020B0609030804020204" pitchFamily="49" charset="0"/>
              </a:rPr>
              <a:t>(</a:t>
            </a:r>
            <a:r>
              <a:rPr lang="en-US" b="0" dirty="0">
                <a:solidFill>
                  <a:srgbClr val="001080"/>
                </a:solidFill>
                <a:effectLst/>
                <a:latin typeface="Menlo" panose="020B0609030804020204" pitchFamily="49" charset="0"/>
              </a:rPr>
              <a:t>e</a:t>
            </a:r>
            <a:r>
              <a:rPr lang="en-US" b="0" dirty="0">
                <a:solidFill>
                  <a:srgbClr val="000000"/>
                </a:solidFill>
                <a:effectLst/>
                <a:latin typeface="Menlo" panose="020B0609030804020204" pitchFamily="49" charset="0"/>
              </a:rPr>
              <a:t> =&gt; </a:t>
            </a:r>
            <a:r>
              <a:rPr lang="en-US" b="0" dirty="0" err="1">
                <a:solidFill>
                  <a:srgbClr val="001080"/>
                </a:solidFill>
                <a:effectLst/>
                <a:latin typeface="Menlo" panose="020B0609030804020204" pitchFamily="49" charset="0"/>
              </a:rPr>
              <a:t>e</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TenantId</a:t>
            </a:r>
            <a:r>
              <a:rPr lang="en-US" b="0" dirty="0">
                <a:solidFill>
                  <a:srgbClr val="000000"/>
                </a:solidFill>
                <a:effectLst/>
                <a:latin typeface="Menlo" panose="020B0609030804020204" pitchFamily="49" charset="0"/>
              </a:rPr>
              <a:t>);</a:t>
            </a:r>
          </a:p>
          <a:p>
            <a:pPr lvl="1"/>
            <a:r>
              <a:rPr lang="en-US" b="0" dirty="0" err="1">
                <a:solidFill>
                  <a:srgbClr val="001080"/>
                </a:solidFill>
                <a:effectLst/>
                <a:latin typeface="Menlo" panose="020B0609030804020204" pitchFamily="49" charset="0"/>
              </a:rPr>
              <a:t>entity</a:t>
            </a:r>
            <a:r>
              <a:rPr lang="en-US" b="0" dirty="0" err="1">
                <a:solidFill>
                  <a:srgbClr val="000000"/>
                </a:solidFill>
                <a:effectLst/>
                <a:latin typeface="Menlo" panose="020B0609030804020204" pitchFamily="49" charset="0"/>
              </a:rPr>
              <a:t>.</a:t>
            </a:r>
            <a:r>
              <a:rPr lang="en-US" b="0" dirty="0" err="1">
                <a:solidFill>
                  <a:srgbClr val="795E26"/>
                </a:solidFill>
                <a:effectLst/>
                <a:latin typeface="Menlo" panose="020B0609030804020204" pitchFamily="49" charset="0"/>
              </a:rPr>
              <a:t>HasQueryFilter</a:t>
            </a:r>
            <a:r>
              <a:rPr lang="en-US" b="0" dirty="0">
                <a:solidFill>
                  <a:srgbClr val="000000"/>
                </a:solidFill>
                <a:effectLst/>
                <a:latin typeface="Menlo" panose="020B0609030804020204" pitchFamily="49" charset="0"/>
              </a:rPr>
              <a:t>(</a:t>
            </a:r>
            <a:r>
              <a:rPr lang="en-US" b="0" dirty="0">
                <a:solidFill>
                  <a:srgbClr val="001080"/>
                </a:solidFill>
                <a:effectLst/>
                <a:latin typeface="Menlo" panose="020B0609030804020204" pitchFamily="49" charset="0"/>
              </a:rPr>
              <a:t>e</a:t>
            </a:r>
            <a:r>
              <a:rPr lang="en-US" b="0" dirty="0">
                <a:solidFill>
                  <a:srgbClr val="000000"/>
                </a:solidFill>
                <a:effectLst/>
                <a:latin typeface="Menlo" panose="020B0609030804020204" pitchFamily="49" charset="0"/>
              </a:rPr>
              <a:t> =&gt; </a:t>
            </a:r>
            <a:r>
              <a:rPr lang="en-US" b="0" dirty="0" err="1">
                <a:solidFill>
                  <a:srgbClr val="001080"/>
                </a:solidFill>
                <a:effectLst/>
                <a:latin typeface="Menlo" panose="020B0609030804020204" pitchFamily="49" charset="0"/>
              </a:rPr>
              <a:t>e</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TenantId</a:t>
            </a:r>
            <a:r>
              <a:rPr lang="en-US" b="0" dirty="0">
                <a:solidFill>
                  <a:srgbClr val="000000"/>
                </a:solidFill>
                <a:effectLst/>
                <a:latin typeface="Menlo" panose="020B0609030804020204" pitchFamily="49" charset="0"/>
              </a:rPr>
              <a:t> == </a:t>
            </a:r>
            <a:r>
              <a:rPr lang="en-US" b="0" dirty="0" err="1">
                <a:solidFill>
                  <a:srgbClr val="001080"/>
                </a:solidFill>
                <a:effectLst/>
                <a:latin typeface="Menlo" panose="020B0609030804020204" pitchFamily="49" charset="0"/>
              </a:rPr>
              <a:t>TenantId</a:t>
            </a:r>
            <a:r>
              <a:rPr lang="en-US" b="0" dirty="0">
                <a:solidFill>
                  <a:srgbClr val="000000"/>
                </a:solidFill>
                <a:effectLst/>
                <a:latin typeface="Menlo" panose="020B0609030804020204" pitchFamily="49" charset="0"/>
              </a:rPr>
              <a:t>);</a:t>
            </a:r>
          </a:p>
          <a:p>
            <a:pPr>
              <a:buNone/>
            </a:pPr>
            <a:r>
              <a:rPr lang="en-US" b="0" dirty="0">
                <a:solidFill>
                  <a:srgbClr val="000000"/>
                </a:solidFill>
                <a:effectLst/>
                <a:latin typeface="Menlo" panose="020B0609030804020204" pitchFamily="49" charset="0"/>
              </a:rPr>
              <a:t>});</a:t>
            </a:r>
          </a:p>
        </p:txBody>
      </p:sp>
    </p:spTree>
    <p:extLst>
      <p:ext uri="{BB962C8B-B14F-4D97-AF65-F5344CB8AC3E}">
        <p14:creationId xmlns:p14="http://schemas.microsoft.com/office/powerpoint/2010/main" val="40607626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99C55-7C34-9B80-C03F-BD9B619BF1B3}"/>
              </a:ext>
            </a:extLst>
          </p:cNvPr>
          <p:cNvSpPr>
            <a:spLocks noGrp="1"/>
          </p:cNvSpPr>
          <p:nvPr>
            <p:ph type="title"/>
          </p:nvPr>
        </p:nvSpPr>
        <p:spPr/>
        <p:txBody>
          <a:bodyPr/>
          <a:lstStyle/>
          <a:p>
            <a:r>
              <a:rPr lang="en-US" dirty="0"/>
              <a:t>Keeping it DRY</a:t>
            </a:r>
          </a:p>
        </p:txBody>
      </p:sp>
      <p:sp>
        <p:nvSpPr>
          <p:cNvPr id="3" name="Text Placeholder 2">
            <a:extLst>
              <a:ext uri="{FF2B5EF4-FFF2-40B4-BE49-F238E27FC236}">
                <a16:creationId xmlns:a16="http://schemas.microsoft.com/office/drawing/2014/main" id="{F5D4D0EB-0F13-9E7F-BB13-6D9B2C046913}"/>
              </a:ext>
            </a:extLst>
          </p:cNvPr>
          <p:cNvSpPr>
            <a:spLocks noGrp="1"/>
          </p:cNvSpPr>
          <p:nvPr>
            <p:ph type="body" idx="1"/>
          </p:nvPr>
        </p:nvSpPr>
        <p:spPr/>
        <p:txBody>
          <a:bodyPr/>
          <a:lstStyle/>
          <a:p>
            <a:r>
              <a:rPr lang="en-US" dirty="0"/>
              <a:t>(with magic 🪄)</a:t>
            </a:r>
          </a:p>
        </p:txBody>
      </p:sp>
    </p:spTree>
    <p:extLst>
      <p:ext uri="{BB962C8B-B14F-4D97-AF65-F5344CB8AC3E}">
        <p14:creationId xmlns:p14="http://schemas.microsoft.com/office/powerpoint/2010/main" val="6110951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3ED40-8F19-83DE-180A-F839EAB3685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0146BF3-ED69-5F2F-3E3D-2179E40FC8C7}"/>
              </a:ext>
            </a:extLst>
          </p:cNvPr>
          <p:cNvSpPr>
            <a:spLocks noGrp="1"/>
          </p:cNvSpPr>
          <p:nvPr>
            <p:ph type="title"/>
          </p:nvPr>
        </p:nvSpPr>
        <p:spPr>
          <a:xfrm>
            <a:off x="1118586" y="720000"/>
            <a:ext cx="10041414" cy="1296000"/>
          </a:xfrm>
        </p:spPr>
        <p:txBody>
          <a:bodyPr/>
          <a:lstStyle/>
          <a:p>
            <a:r>
              <a:rPr lang="en-US" dirty="0"/>
              <a:t>Keeping it DRY (with magic 🪄)</a:t>
            </a:r>
          </a:p>
        </p:txBody>
      </p:sp>
      <p:sp>
        <p:nvSpPr>
          <p:cNvPr id="5" name="TextBox 4">
            <a:extLst>
              <a:ext uri="{FF2B5EF4-FFF2-40B4-BE49-F238E27FC236}">
                <a16:creationId xmlns:a16="http://schemas.microsoft.com/office/drawing/2014/main" id="{58E0BD28-5800-005A-9098-43E5AB8EA7FF}"/>
              </a:ext>
            </a:extLst>
          </p:cNvPr>
          <p:cNvSpPr txBox="1"/>
          <p:nvPr/>
        </p:nvSpPr>
        <p:spPr>
          <a:xfrm>
            <a:off x="810827" y="1368000"/>
            <a:ext cx="10262587" cy="5078313"/>
          </a:xfrm>
          <a:prstGeom prst="rect">
            <a:avLst/>
          </a:prstGeom>
          <a:noFill/>
        </p:spPr>
        <p:txBody>
          <a:bodyPr wrap="square">
            <a:spAutoFit/>
          </a:bodyPr>
          <a:lstStyle/>
          <a:p>
            <a:r>
              <a:rPr lang="en-US" dirty="0">
                <a:solidFill>
                  <a:srgbClr val="0F54D6"/>
                </a:solidFill>
                <a:effectLst/>
              </a:rPr>
              <a:t>protected override void </a:t>
            </a:r>
            <a:r>
              <a:rPr lang="en-US" dirty="0" err="1">
                <a:solidFill>
                  <a:srgbClr val="6B2FBA"/>
                </a:solidFill>
                <a:effectLst/>
              </a:rPr>
              <a:t>OnModelCreating</a:t>
            </a:r>
            <a:r>
              <a:rPr lang="en-US" b="1" dirty="0">
                <a:solidFill>
                  <a:srgbClr val="383838"/>
                </a:solidFill>
                <a:effectLst/>
              </a:rPr>
              <a:t>(</a:t>
            </a:r>
            <a:r>
              <a:rPr lang="en-US" dirty="0" err="1">
                <a:solidFill>
                  <a:srgbClr val="8C6C41"/>
                </a:solidFill>
                <a:effectLst/>
              </a:rPr>
              <a:t>ModelBuilder</a:t>
            </a:r>
            <a:r>
              <a:rPr lang="en-US" dirty="0">
                <a:solidFill>
                  <a:srgbClr val="8C6C41"/>
                </a:solidFill>
                <a:effectLst/>
              </a:rPr>
              <a:t> </a:t>
            </a:r>
            <a:r>
              <a:rPr lang="en-US" dirty="0">
                <a:solidFill>
                  <a:srgbClr val="1B6600"/>
                </a:solidFill>
                <a:effectLst/>
              </a:rPr>
              <a:t>builder</a:t>
            </a:r>
            <a:r>
              <a:rPr lang="en-US" b="1" dirty="0">
                <a:solidFill>
                  <a:srgbClr val="383838"/>
                </a:solidFill>
                <a:effectLst/>
              </a:rPr>
              <a:t>)</a:t>
            </a:r>
            <a:br>
              <a:rPr lang="en-US" b="1" dirty="0">
                <a:solidFill>
                  <a:srgbClr val="383838"/>
                </a:solidFill>
                <a:effectLst/>
              </a:rPr>
            </a:b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a:solidFill>
                  <a:srgbClr val="0F54D6"/>
                </a:solidFill>
                <a:effectLst/>
              </a:rPr>
              <a:t>var </a:t>
            </a:r>
            <a:r>
              <a:rPr lang="en-US" dirty="0" err="1">
                <a:solidFill>
                  <a:srgbClr val="1B6600"/>
                </a:solidFill>
                <a:effectLst/>
              </a:rPr>
              <a:t>tenantedModels</a:t>
            </a:r>
            <a:r>
              <a:rPr lang="en-US" dirty="0">
                <a:solidFill>
                  <a:srgbClr val="1B6600"/>
                </a:solidFill>
                <a:effectLst/>
              </a:rPr>
              <a:t> </a:t>
            </a:r>
            <a:r>
              <a:rPr lang="en-US" dirty="0">
                <a:solidFill>
                  <a:srgbClr val="383838"/>
                </a:solidFill>
                <a:effectLst/>
              </a:rPr>
              <a:t>= </a:t>
            </a:r>
            <a:r>
              <a:rPr lang="en-US" dirty="0" err="1">
                <a:solidFill>
                  <a:srgbClr val="1B6600"/>
                </a:solidFill>
                <a:effectLst/>
              </a:rPr>
              <a:t>builder</a:t>
            </a:r>
            <a:r>
              <a:rPr lang="en-US" b="1" dirty="0" err="1">
                <a:solidFill>
                  <a:srgbClr val="383838"/>
                </a:solidFill>
                <a:effectLst/>
              </a:rPr>
              <a:t>.</a:t>
            </a:r>
            <a:r>
              <a:rPr lang="en-US" dirty="0" err="1">
                <a:solidFill>
                  <a:srgbClr val="248700"/>
                </a:solidFill>
                <a:effectLst/>
              </a:rPr>
              <a:t>Model</a:t>
            </a:r>
            <a:r>
              <a:rPr lang="en-US" b="1" dirty="0" err="1">
                <a:solidFill>
                  <a:srgbClr val="383838"/>
                </a:solidFill>
                <a:effectLst/>
              </a:rPr>
              <a:t>.</a:t>
            </a:r>
            <a:r>
              <a:rPr lang="en-US" dirty="0" err="1">
                <a:solidFill>
                  <a:srgbClr val="6B2FBA"/>
                </a:solidFill>
                <a:effectLst/>
              </a:rPr>
              <a:t>GetEntityTypes</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a:solidFill>
                  <a:srgbClr val="6B2FBA"/>
                </a:solidFill>
                <a:effectLst/>
              </a:rPr>
              <a:t>Where</a:t>
            </a:r>
            <a:r>
              <a:rPr lang="en-US" b="1" dirty="0">
                <a:solidFill>
                  <a:srgbClr val="383838"/>
                </a:solidFill>
                <a:effectLst/>
              </a:rPr>
              <a:t>(</a:t>
            </a:r>
            <a:r>
              <a:rPr lang="en-US" dirty="0">
                <a:solidFill>
                  <a:srgbClr val="1B6600"/>
                </a:solidFill>
                <a:effectLst/>
              </a:rPr>
              <a:t>e </a:t>
            </a:r>
            <a:r>
              <a:rPr lang="en-US" dirty="0">
                <a:solidFill>
                  <a:srgbClr val="202020"/>
                </a:solidFill>
                <a:effectLst/>
              </a:rPr>
              <a:t>=&gt; </a:t>
            </a:r>
            <a:r>
              <a:rPr lang="en-US" dirty="0" err="1">
                <a:solidFill>
                  <a:srgbClr val="0F54D6"/>
                </a:solidFill>
                <a:effectLst/>
              </a:rPr>
              <a:t>typeof</a:t>
            </a:r>
            <a:r>
              <a:rPr lang="en-US" b="1" dirty="0">
                <a:solidFill>
                  <a:srgbClr val="383838"/>
                </a:solidFill>
                <a:effectLst/>
              </a:rPr>
              <a:t>(</a:t>
            </a:r>
            <a:r>
              <a:rPr lang="en-US" dirty="0" err="1">
                <a:solidFill>
                  <a:srgbClr val="8C6C41"/>
                </a:solidFill>
                <a:effectLst/>
              </a:rPr>
              <a:t>ITenanted</a:t>
            </a:r>
            <a:r>
              <a:rPr lang="en-US" b="1" dirty="0">
                <a:solidFill>
                  <a:srgbClr val="383838"/>
                </a:solidFill>
                <a:effectLst/>
              </a:rPr>
              <a:t>).</a:t>
            </a:r>
            <a:r>
              <a:rPr lang="en-US" dirty="0" err="1">
                <a:solidFill>
                  <a:srgbClr val="6B2FBA"/>
                </a:solidFill>
                <a:effectLst/>
              </a:rPr>
              <a:t>IsAssignableFrom</a:t>
            </a:r>
            <a:r>
              <a:rPr lang="en-US" b="1" dirty="0">
                <a:solidFill>
                  <a:srgbClr val="383838"/>
                </a:solidFill>
                <a:effectLst/>
              </a:rPr>
              <a:t>(</a:t>
            </a:r>
            <a:r>
              <a:rPr lang="en-US" dirty="0" err="1">
                <a:solidFill>
                  <a:srgbClr val="1B6600"/>
                </a:solidFill>
                <a:effectLst/>
              </a:rPr>
              <a:t>e</a:t>
            </a:r>
            <a:r>
              <a:rPr lang="en-US" b="1" dirty="0" err="1">
                <a:solidFill>
                  <a:srgbClr val="383838"/>
                </a:solidFill>
                <a:effectLst/>
              </a:rPr>
              <a:t>.</a:t>
            </a:r>
            <a:r>
              <a:rPr lang="en-US" dirty="0" err="1">
                <a:solidFill>
                  <a:srgbClr val="248700"/>
                </a:solidFill>
                <a:effectLst/>
              </a:rPr>
              <a:t>ClrType</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a:solidFill>
                  <a:srgbClr val="0F54D6"/>
                </a:solidFill>
                <a:effectLst/>
              </a:rPr>
              <a:t>foreach </a:t>
            </a:r>
            <a:r>
              <a:rPr lang="en-US" b="1" dirty="0">
                <a:solidFill>
                  <a:srgbClr val="383838"/>
                </a:solidFill>
                <a:effectLst/>
              </a:rPr>
              <a:t>(</a:t>
            </a:r>
            <a:r>
              <a:rPr lang="en-US" dirty="0">
                <a:solidFill>
                  <a:srgbClr val="0F54D6"/>
                </a:solidFill>
                <a:effectLst/>
              </a:rPr>
              <a:t>var </a:t>
            </a:r>
            <a:r>
              <a:rPr lang="en-US" dirty="0" err="1">
                <a:solidFill>
                  <a:srgbClr val="1B6600"/>
                </a:solidFill>
                <a:effectLst/>
              </a:rPr>
              <a:t>tenantedModel</a:t>
            </a:r>
            <a:r>
              <a:rPr lang="en-US" dirty="0">
                <a:solidFill>
                  <a:srgbClr val="1B6600"/>
                </a:solidFill>
                <a:effectLst/>
              </a:rPr>
              <a:t> </a:t>
            </a:r>
            <a:r>
              <a:rPr lang="en-US" dirty="0">
                <a:solidFill>
                  <a:srgbClr val="0F54D6"/>
                </a:solidFill>
                <a:effectLst/>
              </a:rPr>
              <a:t>in </a:t>
            </a:r>
            <a:r>
              <a:rPr lang="en-US" dirty="0" err="1">
                <a:solidFill>
                  <a:srgbClr val="1B6600"/>
                </a:solidFill>
                <a:effectLst/>
              </a:rPr>
              <a:t>tenantedModels</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br>
              <a:rPr lang="en-US" b="1" dirty="0">
                <a:solidFill>
                  <a:srgbClr val="383838"/>
                </a:solidFill>
                <a:effectLst/>
              </a:rPr>
            </a:br>
            <a:r>
              <a:rPr lang="en-US" b="1" dirty="0">
                <a:solidFill>
                  <a:srgbClr val="383838"/>
                </a:solidFill>
                <a:effectLst/>
              </a:rPr>
              <a:t>        </a:t>
            </a:r>
            <a:r>
              <a:rPr lang="en-US" dirty="0" err="1">
                <a:solidFill>
                  <a:srgbClr val="1B6600"/>
                </a:solidFill>
                <a:effectLst/>
              </a:rPr>
              <a:t>builder</a:t>
            </a:r>
            <a:r>
              <a:rPr lang="en-US" b="1" dirty="0" err="1">
                <a:solidFill>
                  <a:srgbClr val="383838"/>
                </a:solidFill>
                <a:effectLst/>
              </a:rPr>
              <a:t>.</a:t>
            </a:r>
            <a:r>
              <a:rPr lang="en-US" dirty="0" err="1">
                <a:solidFill>
                  <a:srgbClr val="6B2FBA"/>
                </a:solidFill>
                <a:effectLst/>
              </a:rPr>
              <a:t>Entity</a:t>
            </a:r>
            <a:r>
              <a:rPr lang="en-US" b="1" dirty="0">
                <a:solidFill>
                  <a:srgbClr val="383838"/>
                </a:solidFill>
                <a:effectLst/>
              </a:rPr>
              <a:t>(</a:t>
            </a:r>
            <a:r>
              <a:rPr lang="en-US" dirty="0" err="1">
                <a:solidFill>
                  <a:srgbClr val="1B6600"/>
                </a:solidFill>
                <a:effectLst/>
              </a:rPr>
              <a:t>tenantedModel</a:t>
            </a:r>
            <a:r>
              <a:rPr lang="en-US" b="1" dirty="0" err="1">
                <a:solidFill>
                  <a:srgbClr val="383838"/>
                </a:solidFill>
                <a:effectLst/>
              </a:rPr>
              <a:t>.</a:t>
            </a:r>
            <a:r>
              <a:rPr lang="en-US" dirty="0" err="1">
                <a:solidFill>
                  <a:srgbClr val="248700"/>
                </a:solidFill>
                <a:effectLst/>
              </a:rPr>
              <a:t>ClrType</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err="1">
                <a:solidFill>
                  <a:srgbClr val="6B2FBA"/>
                </a:solidFill>
                <a:effectLst/>
              </a:rPr>
              <a:t>HasQueryFilter</a:t>
            </a:r>
            <a:r>
              <a:rPr lang="en-US" dirty="0">
                <a:solidFill>
                  <a:srgbClr val="383838"/>
                </a:solidFill>
                <a:effectLst/>
              </a:rPr>
              <a:t>&lt;</a:t>
            </a:r>
            <a:r>
              <a:rPr lang="en-US" dirty="0" err="1">
                <a:solidFill>
                  <a:srgbClr val="8C6C41"/>
                </a:solidFill>
                <a:effectLst/>
              </a:rPr>
              <a:t>ITenanted</a:t>
            </a:r>
            <a:r>
              <a:rPr lang="en-US" dirty="0">
                <a:solidFill>
                  <a:srgbClr val="383838"/>
                </a:solidFill>
                <a:effectLst/>
              </a:rPr>
              <a:t>&gt;</a:t>
            </a:r>
            <a:r>
              <a:rPr lang="en-US" b="1" dirty="0">
                <a:solidFill>
                  <a:srgbClr val="383838"/>
                </a:solidFill>
                <a:effectLst/>
              </a:rPr>
              <a:t>(</a:t>
            </a:r>
            <a:r>
              <a:rPr lang="en-US" dirty="0">
                <a:solidFill>
                  <a:srgbClr val="1B6600"/>
                </a:solidFill>
                <a:effectLst/>
              </a:rPr>
              <a:t>e </a:t>
            </a:r>
            <a:r>
              <a:rPr lang="en-US" dirty="0">
                <a:solidFill>
                  <a:srgbClr val="202020"/>
                </a:solidFill>
                <a:effectLst/>
              </a:rPr>
              <a:t>=&gt; </a:t>
            </a:r>
            <a:r>
              <a:rPr lang="en-US" dirty="0" err="1">
                <a:solidFill>
                  <a:srgbClr val="1B6600"/>
                </a:solidFill>
                <a:effectLst/>
              </a:rPr>
              <a:t>e</a:t>
            </a:r>
            <a:r>
              <a:rPr lang="en-US" b="1" dirty="0" err="1">
                <a:solidFill>
                  <a:srgbClr val="383838"/>
                </a:solidFill>
                <a:effectLst/>
              </a:rPr>
              <a:t>.</a:t>
            </a:r>
            <a:r>
              <a:rPr lang="en-US" dirty="0" err="1">
                <a:solidFill>
                  <a:srgbClr val="248700"/>
                </a:solidFill>
                <a:effectLst/>
              </a:rPr>
              <a:t>TenantId</a:t>
            </a:r>
            <a:r>
              <a:rPr lang="en-US" dirty="0">
                <a:solidFill>
                  <a:srgbClr val="248700"/>
                </a:solidFill>
                <a:effectLst/>
              </a:rPr>
              <a:t> </a:t>
            </a:r>
            <a:r>
              <a:rPr lang="en-US" dirty="0">
                <a:solidFill>
                  <a:srgbClr val="383838"/>
                </a:solidFill>
                <a:effectLst/>
              </a:rPr>
              <a:t>== </a:t>
            </a:r>
            <a:r>
              <a:rPr lang="en-US" dirty="0">
                <a:solidFill>
                  <a:srgbClr val="248700"/>
                </a:solidFill>
                <a:effectLst/>
              </a:rPr>
              <a:t>Tenant</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err="1">
                <a:solidFill>
                  <a:srgbClr val="6B2FBA"/>
                </a:solidFill>
                <a:effectLst/>
              </a:rPr>
              <a:t>HasIndex</a:t>
            </a:r>
            <a:r>
              <a:rPr lang="en-US" b="1" dirty="0">
                <a:solidFill>
                  <a:srgbClr val="383838"/>
                </a:solidFill>
                <a:effectLst/>
              </a:rPr>
              <a:t>(</a:t>
            </a:r>
            <a:r>
              <a:rPr lang="en-US" dirty="0" err="1">
                <a:solidFill>
                  <a:srgbClr val="0F54D6"/>
                </a:solidFill>
                <a:effectLst/>
              </a:rPr>
              <a:t>nameof</a:t>
            </a:r>
            <a:r>
              <a:rPr lang="en-US" b="1" dirty="0">
                <a:solidFill>
                  <a:srgbClr val="383838"/>
                </a:solidFill>
                <a:effectLst/>
              </a:rPr>
              <a:t>(</a:t>
            </a:r>
            <a:r>
              <a:rPr lang="en-US" dirty="0" err="1">
                <a:solidFill>
                  <a:srgbClr val="8C6C41"/>
                </a:solidFill>
                <a:effectLst/>
              </a:rPr>
              <a:t>ITenanted</a:t>
            </a:r>
            <a:r>
              <a:rPr lang="en-US" b="1" dirty="0" err="1">
                <a:solidFill>
                  <a:srgbClr val="383838"/>
                </a:solidFill>
                <a:effectLst/>
              </a:rPr>
              <a:t>.</a:t>
            </a:r>
            <a:r>
              <a:rPr lang="en-US" dirty="0" err="1">
                <a:solidFill>
                  <a:srgbClr val="248700"/>
                </a:solidFill>
                <a:effectLst/>
              </a:rPr>
              <a:t>TenantId</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br>
              <a:rPr lang="en-US" b="1" dirty="0">
                <a:solidFill>
                  <a:srgbClr val="383838"/>
                </a:solidFill>
                <a:effectLst/>
              </a:rPr>
            </a:br>
            <a:r>
              <a:rPr lang="en-US" b="1" dirty="0">
                <a:solidFill>
                  <a:srgbClr val="383838"/>
                </a:solidFill>
                <a:effectLst/>
              </a:rPr>
              <a:t>        </a:t>
            </a:r>
            <a:r>
              <a:rPr lang="en-US" dirty="0" err="1">
                <a:solidFill>
                  <a:srgbClr val="1B6600"/>
                </a:solidFill>
                <a:effectLst/>
              </a:rPr>
              <a:t>builder</a:t>
            </a:r>
            <a:r>
              <a:rPr lang="en-US" b="1" dirty="0" err="1">
                <a:solidFill>
                  <a:srgbClr val="383838"/>
                </a:solidFill>
                <a:effectLst/>
              </a:rPr>
              <a:t>.</a:t>
            </a:r>
            <a:r>
              <a:rPr lang="en-US" dirty="0" err="1">
                <a:solidFill>
                  <a:srgbClr val="6B2FBA"/>
                </a:solidFill>
                <a:effectLst/>
              </a:rPr>
              <a:t>Entity</a:t>
            </a:r>
            <a:r>
              <a:rPr lang="en-US" b="1" dirty="0">
                <a:solidFill>
                  <a:srgbClr val="383838"/>
                </a:solidFill>
                <a:effectLst/>
              </a:rPr>
              <a:t>(</a:t>
            </a:r>
            <a:r>
              <a:rPr lang="en-US" dirty="0" err="1">
                <a:solidFill>
                  <a:srgbClr val="1B6600"/>
                </a:solidFill>
                <a:effectLst/>
              </a:rPr>
              <a:t>tenantedModel</a:t>
            </a:r>
            <a:r>
              <a:rPr lang="en-US" b="1" dirty="0" err="1">
                <a:solidFill>
                  <a:srgbClr val="383838"/>
                </a:solidFill>
                <a:effectLst/>
              </a:rPr>
              <a:t>.</a:t>
            </a:r>
            <a:r>
              <a:rPr lang="en-US" dirty="0" err="1">
                <a:solidFill>
                  <a:srgbClr val="248700"/>
                </a:solidFill>
                <a:effectLst/>
              </a:rPr>
              <a:t>ClrType</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a:solidFill>
                  <a:srgbClr val="6B2FBA"/>
                </a:solidFill>
                <a:effectLst/>
              </a:rPr>
              <a:t>Property</a:t>
            </a:r>
            <a:r>
              <a:rPr lang="en-US" b="1" dirty="0">
                <a:solidFill>
                  <a:srgbClr val="383838"/>
                </a:solidFill>
                <a:effectLst/>
              </a:rPr>
              <a:t>(</a:t>
            </a:r>
            <a:r>
              <a:rPr lang="en-US" dirty="0" err="1">
                <a:solidFill>
                  <a:srgbClr val="0F54D6"/>
                </a:solidFill>
                <a:effectLst/>
              </a:rPr>
              <a:t>nameof</a:t>
            </a:r>
            <a:r>
              <a:rPr lang="en-US" b="1" dirty="0">
                <a:solidFill>
                  <a:srgbClr val="383838"/>
                </a:solidFill>
                <a:effectLst/>
              </a:rPr>
              <a:t>(</a:t>
            </a:r>
            <a:r>
              <a:rPr lang="en-US" dirty="0" err="1">
                <a:solidFill>
                  <a:srgbClr val="8C6C41"/>
                </a:solidFill>
                <a:effectLst/>
              </a:rPr>
              <a:t>ITenanted</a:t>
            </a:r>
            <a:r>
              <a:rPr lang="en-US" b="1" dirty="0" err="1">
                <a:solidFill>
                  <a:srgbClr val="383838"/>
                </a:solidFill>
                <a:effectLst/>
              </a:rPr>
              <a:t>.</a:t>
            </a:r>
            <a:r>
              <a:rPr lang="en-US" dirty="0" err="1">
                <a:solidFill>
                  <a:srgbClr val="248700"/>
                </a:solidFill>
                <a:effectLst/>
              </a:rPr>
              <a:t>TenantId</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err="1">
                <a:solidFill>
                  <a:srgbClr val="6B2FBA"/>
                </a:solidFill>
                <a:effectLst/>
              </a:rPr>
              <a:t>IsRequired</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err="1">
                <a:solidFill>
                  <a:srgbClr val="6B2FBA"/>
                </a:solidFill>
                <a:effectLst/>
              </a:rPr>
              <a:t>HasValueGenerator</a:t>
            </a:r>
            <a:r>
              <a:rPr lang="en-US" dirty="0">
                <a:solidFill>
                  <a:srgbClr val="383838"/>
                </a:solidFill>
                <a:effectLst/>
              </a:rPr>
              <a:t>&lt;</a:t>
            </a:r>
            <a:r>
              <a:rPr lang="en-US" dirty="0" err="1">
                <a:solidFill>
                  <a:srgbClr val="8C6C41"/>
                </a:solidFill>
                <a:effectLst/>
              </a:rPr>
              <a:t>TenantIdValueGenerator</a:t>
            </a:r>
            <a:r>
              <a:rPr lang="en-US" dirty="0">
                <a:solidFill>
                  <a:srgbClr val="383838"/>
                </a:solidFill>
                <a:effectLst/>
              </a:rPr>
              <a:t>&gt;</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br>
              <a:rPr lang="en-US" b="1" dirty="0">
                <a:solidFill>
                  <a:srgbClr val="383838"/>
                </a:solidFill>
                <a:effectLst/>
              </a:rPr>
            </a:br>
            <a:r>
              <a:rPr lang="en-US" b="1" dirty="0">
                <a:solidFill>
                  <a:srgbClr val="383838"/>
                </a:solidFill>
                <a:effectLst/>
              </a:rPr>
              <a:t>    </a:t>
            </a:r>
            <a:r>
              <a:rPr lang="en-US" dirty="0" err="1">
                <a:solidFill>
                  <a:srgbClr val="1B6600"/>
                </a:solidFill>
                <a:effectLst/>
              </a:rPr>
              <a:t>builder</a:t>
            </a:r>
            <a:r>
              <a:rPr lang="en-US" b="1" dirty="0" err="1">
                <a:solidFill>
                  <a:srgbClr val="383838"/>
                </a:solidFill>
                <a:effectLst/>
              </a:rPr>
              <a:t>.</a:t>
            </a:r>
            <a:r>
              <a:rPr lang="en-US" dirty="0" err="1">
                <a:solidFill>
                  <a:srgbClr val="6B2FBA"/>
                </a:solidFill>
                <a:effectLst/>
              </a:rPr>
              <a:t>ApplyConfigurationsFromAssembly</a:t>
            </a:r>
            <a:r>
              <a:rPr lang="en-US" b="1" dirty="0">
                <a:solidFill>
                  <a:srgbClr val="383838"/>
                </a:solidFill>
                <a:effectLst/>
              </a:rPr>
              <a:t>(</a:t>
            </a:r>
            <a:r>
              <a:rPr lang="en-US" dirty="0" err="1">
                <a:solidFill>
                  <a:srgbClr val="0F54D6"/>
                </a:solidFill>
                <a:effectLst/>
              </a:rPr>
              <a:t>typeof</a:t>
            </a:r>
            <a:r>
              <a:rPr lang="en-US" b="1" dirty="0">
                <a:solidFill>
                  <a:srgbClr val="383838"/>
                </a:solidFill>
                <a:effectLst/>
              </a:rPr>
              <a:t>(</a:t>
            </a:r>
            <a:r>
              <a:rPr lang="en-US" dirty="0" err="1">
                <a:solidFill>
                  <a:srgbClr val="8C6C41"/>
                </a:solidFill>
                <a:effectLst/>
              </a:rPr>
              <a:t>ApplicationDbContext</a:t>
            </a:r>
            <a:r>
              <a:rPr lang="en-US" b="1" dirty="0">
                <a:solidFill>
                  <a:srgbClr val="383838"/>
                </a:solidFill>
                <a:effectLst/>
              </a:rPr>
              <a:t>).</a:t>
            </a:r>
            <a:r>
              <a:rPr lang="en-US" dirty="0">
                <a:solidFill>
                  <a:srgbClr val="248700"/>
                </a:solidFill>
                <a:effectLst/>
              </a:rPr>
              <a:t>Assembly</a:t>
            </a:r>
            <a:r>
              <a:rPr lang="en-US" b="1" dirty="0">
                <a:solidFill>
                  <a:srgbClr val="383838"/>
                </a:solidFill>
                <a:effectLst/>
              </a:rPr>
              <a:t>);</a:t>
            </a:r>
            <a:br>
              <a:rPr lang="en-US" b="1" dirty="0">
                <a:solidFill>
                  <a:srgbClr val="383838"/>
                </a:solidFill>
                <a:effectLst/>
              </a:rPr>
            </a:br>
            <a:r>
              <a:rPr lang="en-US" b="1" dirty="0">
                <a:solidFill>
                  <a:srgbClr val="383838"/>
                </a:solidFill>
                <a:effectLst/>
              </a:rPr>
              <a:t>    </a:t>
            </a:r>
            <a:r>
              <a:rPr lang="en-US" dirty="0" err="1">
                <a:solidFill>
                  <a:srgbClr val="0F54D6"/>
                </a:solidFill>
                <a:effectLst/>
              </a:rPr>
              <a:t>base</a:t>
            </a:r>
            <a:r>
              <a:rPr lang="en-US" b="1" dirty="0" err="1">
                <a:solidFill>
                  <a:srgbClr val="383838"/>
                </a:solidFill>
                <a:effectLst/>
              </a:rPr>
              <a:t>.</a:t>
            </a:r>
            <a:r>
              <a:rPr lang="en-US" dirty="0" err="1">
                <a:solidFill>
                  <a:srgbClr val="6B2FBA"/>
                </a:solidFill>
                <a:effectLst/>
              </a:rPr>
              <a:t>OnModelCreating</a:t>
            </a:r>
            <a:r>
              <a:rPr lang="en-US" b="1" dirty="0">
                <a:solidFill>
                  <a:srgbClr val="383838"/>
                </a:solidFill>
                <a:effectLst/>
              </a:rPr>
              <a:t>(</a:t>
            </a:r>
            <a:r>
              <a:rPr lang="en-US" dirty="0">
                <a:solidFill>
                  <a:srgbClr val="1B6600"/>
                </a:solidFill>
                <a:effectLst/>
              </a:rPr>
              <a:t>builder</a:t>
            </a:r>
            <a:r>
              <a:rPr lang="en-US" b="1" dirty="0">
                <a:solidFill>
                  <a:srgbClr val="383838"/>
                </a:solidFill>
                <a:effectLst/>
              </a:rPr>
              <a:t>);</a:t>
            </a:r>
            <a:br>
              <a:rPr lang="en-US" b="1" dirty="0">
                <a:solidFill>
                  <a:srgbClr val="383838"/>
                </a:solidFill>
                <a:effectLst/>
              </a:rPr>
            </a:br>
            <a:r>
              <a:rPr lang="en-US" b="1" dirty="0">
                <a:solidFill>
                  <a:srgbClr val="383838"/>
                </a:solidFill>
                <a:effectLst/>
              </a:rPr>
              <a:t>}</a:t>
            </a:r>
            <a:endParaRPr lang="en-US" dirty="0">
              <a:solidFill>
                <a:srgbClr val="202020"/>
              </a:solidFill>
              <a:effectLst/>
            </a:endParaRPr>
          </a:p>
        </p:txBody>
      </p:sp>
    </p:spTree>
    <p:extLst>
      <p:ext uri="{BB962C8B-B14F-4D97-AF65-F5344CB8AC3E}">
        <p14:creationId xmlns:p14="http://schemas.microsoft.com/office/powerpoint/2010/main" val="29927483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C2FE8-F9EC-EC1D-D359-CF9311C2C65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7B591F-81EA-8456-C688-E3262CF5353E}"/>
              </a:ext>
            </a:extLst>
          </p:cNvPr>
          <p:cNvSpPr>
            <a:spLocks noGrp="1"/>
          </p:cNvSpPr>
          <p:nvPr>
            <p:ph type="title"/>
          </p:nvPr>
        </p:nvSpPr>
        <p:spPr>
          <a:xfrm>
            <a:off x="1118586" y="720000"/>
            <a:ext cx="10041414" cy="1296000"/>
          </a:xfrm>
        </p:spPr>
        <p:txBody>
          <a:bodyPr/>
          <a:lstStyle/>
          <a:p>
            <a:r>
              <a:rPr lang="en-US" dirty="0"/>
              <a:t>Keeping it DRY (with magic 🪄)</a:t>
            </a:r>
          </a:p>
        </p:txBody>
      </p:sp>
      <p:sp>
        <p:nvSpPr>
          <p:cNvPr id="5" name="TextBox 4">
            <a:extLst>
              <a:ext uri="{FF2B5EF4-FFF2-40B4-BE49-F238E27FC236}">
                <a16:creationId xmlns:a16="http://schemas.microsoft.com/office/drawing/2014/main" id="{E95780BF-F025-AB0C-B67F-F22CDC1E308B}"/>
              </a:ext>
            </a:extLst>
          </p:cNvPr>
          <p:cNvSpPr txBox="1"/>
          <p:nvPr/>
        </p:nvSpPr>
        <p:spPr>
          <a:xfrm>
            <a:off x="649321" y="1578790"/>
            <a:ext cx="13270959" cy="5078313"/>
          </a:xfrm>
          <a:prstGeom prst="rect">
            <a:avLst/>
          </a:prstGeom>
          <a:noFill/>
        </p:spPr>
        <p:txBody>
          <a:bodyPr wrap="square">
            <a:spAutoFit/>
          </a:bodyPr>
          <a:lstStyle/>
          <a:p>
            <a:pPr>
              <a:buNone/>
            </a:pPr>
            <a:r>
              <a:rPr lang="en-US" b="0" dirty="0">
                <a:solidFill>
                  <a:srgbClr val="0000FF"/>
                </a:solidFill>
                <a:effectLst/>
                <a:latin typeface="Menlo" panose="020B0609030804020204" pitchFamily="49" charset="0"/>
              </a:rPr>
              <a:t>public</a:t>
            </a:r>
            <a:r>
              <a:rPr lang="en-US" b="0" dirty="0">
                <a:solidFill>
                  <a:srgbClr val="000000"/>
                </a:solidFill>
                <a:effectLst/>
                <a:latin typeface="Menlo" panose="020B0609030804020204" pitchFamily="49" charset="0"/>
              </a:rPr>
              <a:t> </a:t>
            </a:r>
            <a:r>
              <a:rPr lang="en-US" b="0" dirty="0">
                <a:solidFill>
                  <a:srgbClr val="0000FF"/>
                </a:solidFill>
                <a:effectLst/>
                <a:latin typeface="Menlo" panose="020B0609030804020204" pitchFamily="49" charset="0"/>
              </a:rPr>
              <a:t>static</a:t>
            </a:r>
            <a:r>
              <a:rPr lang="en-US" b="0" dirty="0">
                <a:solidFill>
                  <a:srgbClr val="000000"/>
                </a:solidFill>
                <a:effectLst/>
                <a:latin typeface="Menlo" panose="020B0609030804020204" pitchFamily="49" charset="0"/>
              </a:rPr>
              <a:t> </a:t>
            </a:r>
            <a:r>
              <a:rPr lang="en-US" b="0" dirty="0">
                <a:solidFill>
                  <a:srgbClr val="0000FF"/>
                </a:solidFill>
                <a:effectLst/>
                <a:latin typeface="Menlo" panose="020B0609030804020204" pitchFamily="49" charset="0"/>
              </a:rPr>
              <a:t>class</a:t>
            </a:r>
            <a:r>
              <a:rPr lang="en-US" b="0" dirty="0">
                <a:solidFill>
                  <a:srgbClr val="000000"/>
                </a:solidFill>
                <a:effectLst/>
                <a:latin typeface="Menlo" panose="020B0609030804020204" pitchFamily="49" charset="0"/>
              </a:rPr>
              <a:t> </a:t>
            </a:r>
            <a:r>
              <a:rPr lang="en-US" b="0" dirty="0" err="1">
                <a:solidFill>
                  <a:srgbClr val="267F99"/>
                </a:solidFill>
                <a:effectLst/>
                <a:latin typeface="Menlo" panose="020B0609030804020204" pitchFamily="49" charset="0"/>
              </a:rPr>
              <a:t>QueryFilterExtensions</a:t>
            </a:r>
            <a:endParaRPr lang="en-US" b="0" dirty="0">
              <a:solidFill>
                <a:srgbClr val="000000"/>
              </a:solidFill>
              <a:effectLst/>
              <a:latin typeface="Menlo" panose="020B0609030804020204" pitchFamily="49" charset="0"/>
            </a:endParaRPr>
          </a:p>
          <a:p>
            <a:pPr>
              <a:buNone/>
            </a:pPr>
            <a:r>
              <a:rPr lang="en-US" b="0" dirty="0">
                <a:solidFill>
                  <a:srgbClr val="000000"/>
                </a:solidFill>
                <a:effectLst/>
                <a:latin typeface="Menlo" panose="020B0609030804020204" pitchFamily="49" charset="0"/>
              </a:rPr>
              <a:t>{</a:t>
            </a:r>
          </a:p>
          <a:p>
            <a:pPr lvl="1"/>
            <a:r>
              <a:rPr lang="en-US" b="0" dirty="0">
                <a:solidFill>
                  <a:srgbClr val="0000FF"/>
                </a:solidFill>
                <a:effectLst/>
                <a:latin typeface="Menlo" panose="020B0609030804020204" pitchFamily="49" charset="0"/>
              </a:rPr>
              <a:t>public</a:t>
            </a:r>
            <a:r>
              <a:rPr lang="en-US" b="0" dirty="0">
                <a:solidFill>
                  <a:srgbClr val="000000"/>
                </a:solidFill>
                <a:effectLst/>
                <a:latin typeface="Menlo" panose="020B0609030804020204" pitchFamily="49" charset="0"/>
              </a:rPr>
              <a:t> </a:t>
            </a:r>
            <a:r>
              <a:rPr lang="en-US" b="0" dirty="0">
                <a:solidFill>
                  <a:srgbClr val="0000FF"/>
                </a:solidFill>
                <a:effectLst/>
                <a:latin typeface="Menlo" panose="020B0609030804020204" pitchFamily="49" charset="0"/>
              </a:rPr>
              <a:t>static</a:t>
            </a:r>
            <a:r>
              <a:rPr lang="en-US" b="0" dirty="0">
                <a:solidFill>
                  <a:srgbClr val="000000"/>
                </a:solidFill>
                <a:effectLst/>
                <a:latin typeface="Menlo" panose="020B0609030804020204" pitchFamily="49" charset="0"/>
              </a:rPr>
              <a:t> </a:t>
            </a:r>
            <a:r>
              <a:rPr lang="en-US" b="0" dirty="0" err="1">
                <a:solidFill>
                  <a:srgbClr val="267F99"/>
                </a:solidFill>
                <a:effectLst/>
                <a:latin typeface="Menlo" panose="020B0609030804020204" pitchFamily="49" charset="0"/>
              </a:rPr>
              <a:t>EntityTypeBuilder</a:t>
            </a:r>
            <a:r>
              <a:rPr lang="en-US" b="0" dirty="0">
                <a:solidFill>
                  <a:srgbClr val="000000"/>
                </a:solidFill>
                <a:effectLst/>
                <a:latin typeface="Menlo" panose="020B0609030804020204" pitchFamily="49" charset="0"/>
              </a:rPr>
              <a:t> </a:t>
            </a:r>
            <a:r>
              <a:rPr lang="en-US" b="0" dirty="0" err="1">
                <a:solidFill>
                  <a:srgbClr val="795E26"/>
                </a:solidFill>
                <a:effectLst/>
                <a:latin typeface="Menlo" panose="020B0609030804020204" pitchFamily="49" charset="0"/>
              </a:rPr>
              <a:t>HasQueryFilter</a:t>
            </a:r>
            <a:r>
              <a:rPr lang="en-US" b="0" dirty="0">
                <a:solidFill>
                  <a:srgbClr val="000000"/>
                </a:solidFill>
                <a:effectLst/>
                <a:latin typeface="Menlo" panose="020B0609030804020204" pitchFamily="49" charset="0"/>
              </a:rPr>
              <a:t>&lt;</a:t>
            </a:r>
            <a:r>
              <a:rPr lang="en-US" b="0" dirty="0">
                <a:solidFill>
                  <a:srgbClr val="267F99"/>
                </a:solidFill>
                <a:effectLst/>
                <a:latin typeface="Menlo" panose="020B0609030804020204" pitchFamily="49" charset="0"/>
              </a:rPr>
              <a:t>T</a:t>
            </a:r>
            <a:r>
              <a:rPr lang="en-US" b="0" dirty="0">
                <a:solidFill>
                  <a:srgbClr val="000000"/>
                </a:solidFill>
                <a:effectLst/>
                <a:latin typeface="Menlo" panose="020B0609030804020204" pitchFamily="49" charset="0"/>
              </a:rPr>
              <a:t>&gt;(</a:t>
            </a:r>
          </a:p>
          <a:p>
            <a:pPr lvl="2"/>
            <a:r>
              <a:rPr lang="en-US" b="0" dirty="0">
                <a:solidFill>
                  <a:srgbClr val="0000FF"/>
                </a:solidFill>
                <a:effectLst/>
                <a:latin typeface="Menlo" panose="020B0609030804020204" pitchFamily="49" charset="0"/>
              </a:rPr>
              <a:t>this</a:t>
            </a:r>
            <a:r>
              <a:rPr lang="en-US" b="0" dirty="0">
                <a:solidFill>
                  <a:srgbClr val="000000"/>
                </a:solidFill>
                <a:effectLst/>
                <a:latin typeface="Menlo" panose="020B0609030804020204" pitchFamily="49" charset="0"/>
              </a:rPr>
              <a:t> </a:t>
            </a:r>
            <a:r>
              <a:rPr lang="en-US" b="0" dirty="0" err="1">
                <a:solidFill>
                  <a:srgbClr val="267F99"/>
                </a:solidFill>
                <a:effectLst/>
                <a:latin typeface="Menlo" panose="020B0609030804020204" pitchFamily="49" charset="0"/>
              </a:rPr>
              <a:t>EntityTypeBuilder</a:t>
            </a:r>
            <a:r>
              <a:rPr lang="en-US" b="0" dirty="0">
                <a:solidFill>
                  <a:srgbClr val="000000"/>
                </a:solidFill>
                <a:effectLst/>
                <a:latin typeface="Menlo" panose="020B0609030804020204" pitchFamily="49" charset="0"/>
              </a:rPr>
              <a:t> </a:t>
            </a:r>
            <a:r>
              <a:rPr lang="en-US" b="0" dirty="0" err="1">
                <a:solidFill>
                  <a:srgbClr val="001080"/>
                </a:solidFill>
                <a:effectLst/>
                <a:latin typeface="Menlo" panose="020B0609030804020204" pitchFamily="49" charset="0"/>
              </a:rPr>
              <a:t>entityTypeBuilder</a:t>
            </a:r>
            <a:r>
              <a:rPr lang="en-US" b="0" dirty="0">
                <a:solidFill>
                  <a:srgbClr val="000000"/>
                </a:solidFill>
                <a:effectLst/>
                <a:latin typeface="Menlo" panose="020B0609030804020204" pitchFamily="49" charset="0"/>
              </a:rPr>
              <a:t>,</a:t>
            </a:r>
          </a:p>
          <a:p>
            <a:pPr lvl="2"/>
            <a:r>
              <a:rPr lang="en-US" b="0" dirty="0">
                <a:solidFill>
                  <a:srgbClr val="267F99"/>
                </a:solidFill>
                <a:effectLst/>
                <a:latin typeface="Menlo" panose="020B0609030804020204" pitchFamily="49" charset="0"/>
              </a:rPr>
              <a:t>Expression</a:t>
            </a:r>
            <a:r>
              <a:rPr lang="en-US" b="0" dirty="0">
                <a:solidFill>
                  <a:srgbClr val="000000"/>
                </a:solidFill>
                <a:effectLst/>
                <a:latin typeface="Menlo" panose="020B0609030804020204" pitchFamily="49" charset="0"/>
              </a:rPr>
              <a:t>&lt;</a:t>
            </a:r>
            <a:r>
              <a:rPr lang="en-US" b="0" dirty="0">
                <a:solidFill>
                  <a:srgbClr val="267F99"/>
                </a:solidFill>
                <a:effectLst/>
                <a:latin typeface="Menlo" panose="020B0609030804020204" pitchFamily="49" charset="0"/>
              </a:rPr>
              <a:t>Func</a:t>
            </a:r>
            <a:r>
              <a:rPr lang="en-US" b="0" dirty="0">
                <a:solidFill>
                  <a:srgbClr val="000000"/>
                </a:solidFill>
                <a:effectLst/>
                <a:latin typeface="Menlo" panose="020B0609030804020204" pitchFamily="49" charset="0"/>
              </a:rPr>
              <a:t>&lt;</a:t>
            </a:r>
            <a:r>
              <a:rPr lang="en-US" b="0" dirty="0">
                <a:solidFill>
                  <a:srgbClr val="267F99"/>
                </a:solidFill>
                <a:effectLst/>
                <a:latin typeface="Menlo" panose="020B0609030804020204" pitchFamily="49" charset="0"/>
              </a:rPr>
              <a:t>T</a:t>
            </a:r>
            <a:r>
              <a:rPr lang="en-US" b="0" dirty="0">
                <a:solidFill>
                  <a:srgbClr val="000000"/>
                </a:solidFill>
                <a:effectLst/>
                <a:latin typeface="Menlo" panose="020B0609030804020204" pitchFamily="49" charset="0"/>
              </a:rPr>
              <a:t>, </a:t>
            </a:r>
            <a:r>
              <a:rPr lang="en-US" b="0" dirty="0">
                <a:solidFill>
                  <a:srgbClr val="0000FF"/>
                </a:solidFill>
                <a:effectLst/>
                <a:latin typeface="Menlo" panose="020B0609030804020204" pitchFamily="49" charset="0"/>
              </a:rPr>
              <a:t>bool</a:t>
            </a:r>
            <a:r>
              <a:rPr lang="en-US" b="0" dirty="0">
                <a:solidFill>
                  <a:srgbClr val="000000"/>
                </a:solidFill>
                <a:effectLst/>
                <a:latin typeface="Menlo" panose="020B0609030804020204" pitchFamily="49" charset="0"/>
              </a:rPr>
              <a:t>&gt;&gt; </a:t>
            </a:r>
            <a:r>
              <a:rPr lang="en-US" b="0" dirty="0">
                <a:solidFill>
                  <a:srgbClr val="001080"/>
                </a:solidFill>
                <a:effectLst/>
                <a:latin typeface="Menlo" panose="020B0609030804020204" pitchFamily="49" charset="0"/>
              </a:rPr>
              <a:t>filter</a:t>
            </a:r>
            <a:endParaRPr lang="en-US" b="0" dirty="0">
              <a:solidFill>
                <a:srgbClr val="000000"/>
              </a:solidFill>
              <a:effectLst/>
              <a:latin typeface="Menlo" panose="020B0609030804020204" pitchFamily="49" charset="0"/>
            </a:endParaRPr>
          </a:p>
          <a:p>
            <a:pPr lvl="1"/>
            <a:r>
              <a:rPr lang="en-US" b="0" dirty="0">
                <a:solidFill>
                  <a:srgbClr val="000000"/>
                </a:solidFill>
                <a:effectLst/>
                <a:latin typeface="Menlo" panose="020B0609030804020204" pitchFamily="49" charset="0"/>
              </a:rPr>
              <a:t>)</a:t>
            </a:r>
          </a:p>
          <a:p>
            <a:pPr lvl="1"/>
            <a:r>
              <a:rPr lang="en-US" b="0" dirty="0">
                <a:solidFill>
                  <a:srgbClr val="000000"/>
                </a:solidFill>
                <a:effectLst/>
                <a:latin typeface="Menlo" panose="020B0609030804020204" pitchFamily="49" charset="0"/>
              </a:rPr>
              <a:t>{	</a:t>
            </a:r>
          </a:p>
          <a:p>
            <a:pPr lvl="2"/>
            <a:r>
              <a:rPr lang="en-US" b="0" dirty="0">
                <a:solidFill>
                  <a:srgbClr val="0000FF"/>
                </a:solidFill>
                <a:effectLst/>
                <a:latin typeface="Menlo" panose="020B0609030804020204" pitchFamily="49" charset="0"/>
              </a:rPr>
              <a:t>var</a:t>
            </a:r>
            <a:r>
              <a:rPr lang="en-US" b="0" dirty="0">
                <a:solidFill>
                  <a:srgbClr val="000000"/>
                </a:solidFill>
                <a:effectLst/>
                <a:latin typeface="Menlo" panose="020B0609030804020204" pitchFamily="49" charset="0"/>
              </a:rPr>
              <a:t> </a:t>
            </a:r>
            <a:r>
              <a:rPr lang="en-US" b="0" dirty="0">
                <a:solidFill>
                  <a:srgbClr val="001080"/>
                </a:solidFill>
                <a:effectLst/>
                <a:latin typeface="Menlo" panose="020B0609030804020204" pitchFamily="49" charset="0"/>
              </a:rPr>
              <a:t>param</a:t>
            </a:r>
            <a:r>
              <a:rPr lang="en-US" b="0" dirty="0">
                <a:solidFill>
                  <a:srgbClr val="000000"/>
                </a:solidFill>
                <a:effectLst/>
                <a:latin typeface="Menlo" panose="020B0609030804020204" pitchFamily="49" charset="0"/>
              </a:rPr>
              <a:t> = </a:t>
            </a:r>
            <a:r>
              <a:rPr lang="en-US" b="0" dirty="0" err="1">
                <a:solidFill>
                  <a:srgbClr val="267F99"/>
                </a:solidFill>
                <a:effectLst/>
                <a:latin typeface="Menlo" panose="020B0609030804020204" pitchFamily="49" charset="0"/>
              </a:rPr>
              <a:t>Expression</a:t>
            </a:r>
            <a:r>
              <a:rPr lang="en-US" b="0" dirty="0" err="1">
                <a:solidFill>
                  <a:srgbClr val="000000"/>
                </a:solidFill>
                <a:effectLst/>
                <a:latin typeface="Menlo" panose="020B0609030804020204" pitchFamily="49" charset="0"/>
              </a:rPr>
              <a:t>.</a:t>
            </a:r>
            <a:r>
              <a:rPr lang="en-US" b="0" dirty="0" err="1">
                <a:solidFill>
                  <a:srgbClr val="795E26"/>
                </a:solidFill>
                <a:effectLst/>
                <a:latin typeface="Menlo" panose="020B0609030804020204" pitchFamily="49" charset="0"/>
              </a:rPr>
              <a:t>Parameter</a:t>
            </a:r>
            <a:r>
              <a:rPr lang="en-US" b="0" dirty="0">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entityTypeBuilder</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Metadata</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ClrType</a:t>
            </a:r>
            <a:r>
              <a:rPr lang="en-US" b="0" dirty="0">
                <a:solidFill>
                  <a:srgbClr val="000000"/>
                </a:solidFill>
                <a:effectLst/>
                <a:latin typeface="Menlo" panose="020B0609030804020204" pitchFamily="49" charset="0"/>
              </a:rPr>
              <a:t>);</a:t>
            </a:r>
          </a:p>
          <a:p>
            <a:pPr lvl="2"/>
            <a:r>
              <a:rPr lang="en-US" b="0" dirty="0">
                <a:solidFill>
                  <a:srgbClr val="0000FF"/>
                </a:solidFill>
                <a:effectLst/>
                <a:latin typeface="Menlo" panose="020B0609030804020204" pitchFamily="49" charset="0"/>
              </a:rPr>
              <a:t>var</a:t>
            </a:r>
            <a:r>
              <a:rPr lang="en-US" b="0" dirty="0">
                <a:solidFill>
                  <a:srgbClr val="000000"/>
                </a:solidFill>
                <a:effectLst/>
                <a:latin typeface="Menlo" panose="020B0609030804020204" pitchFamily="49" charset="0"/>
              </a:rPr>
              <a:t> </a:t>
            </a:r>
            <a:r>
              <a:rPr lang="en-US" b="0" dirty="0">
                <a:solidFill>
                  <a:srgbClr val="001080"/>
                </a:solidFill>
                <a:effectLst/>
                <a:latin typeface="Menlo" panose="020B0609030804020204" pitchFamily="49" charset="0"/>
              </a:rPr>
              <a:t>body</a:t>
            </a:r>
            <a:r>
              <a:rPr lang="en-US" b="0" dirty="0">
                <a:solidFill>
                  <a:srgbClr val="000000"/>
                </a:solidFill>
                <a:effectLst/>
                <a:latin typeface="Menlo" panose="020B0609030804020204" pitchFamily="49" charset="0"/>
              </a:rPr>
              <a:t> = </a:t>
            </a:r>
            <a:r>
              <a:rPr lang="en-US" b="0" dirty="0" err="1">
                <a:solidFill>
                  <a:srgbClr val="267F99"/>
                </a:solidFill>
                <a:effectLst/>
                <a:latin typeface="Menlo" panose="020B0609030804020204" pitchFamily="49" charset="0"/>
              </a:rPr>
              <a:t>ReplacingExpressionVisitor</a:t>
            </a:r>
            <a:endParaRPr lang="en-US" b="0" dirty="0">
              <a:solidFill>
                <a:srgbClr val="000000"/>
              </a:solidFill>
              <a:effectLst/>
              <a:latin typeface="Menlo" panose="020B0609030804020204" pitchFamily="49" charset="0"/>
            </a:endParaRPr>
          </a:p>
          <a:p>
            <a:pPr lvl="2"/>
            <a:r>
              <a:rPr lang="en-US" b="0" dirty="0">
                <a:solidFill>
                  <a:srgbClr val="000000"/>
                </a:solidFill>
                <a:effectLst/>
                <a:latin typeface="Menlo" panose="020B0609030804020204" pitchFamily="49" charset="0"/>
              </a:rPr>
              <a:t>.</a:t>
            </a:r>
            <a:r>
              <a:rPr lang="en-US" b="0" dirty="0">
                <a:solidFill>
                  <a:srgbClr val="795E26"/>
                </a:solidFill>
                <a:effectLst/>
                <a:latin typeface="Menlo" panose="020B0609030804020204" pitchFamily="49" charset="0"/>
              </a:rPr>
              <a:t>Replace</a:t>
            </a:r>
            <a:r>
              <a:rPr lang="en-US" b="0" dirty="0">
                <a:solidFill>
                  <a:srgbClr val="000000"/>
                </a:solidFill>
                <a:effectLst/>
                <a:latin typeface="Menlo" panose="020B0609030804020204" pitchFamily="49" charset="0"/>
              </a:rPr>
              <a:t>(</a:t>
            </a:r>
          </a:p>
          <a:p>
            <a:pPr lvl="2"/>
            <a:r>
              <a:rPr lang="en-US" dirty="0">
                <a:solidFill>
                  <a:srgbClr val="000000"/>
                </a:solidFill>
                <a:latin typeface="Menlo" panose="020B0609030804020204" pitchFamily="49" charset="0"/>
              </a:rPr>
              <a:t>	</a:t>
            </a:r>
            <a:r>
              <a:rPr lang="en-US" b="0" dirty="0" err="1">
                <a:solidFill>
                  <a:srgbClr val="001080"/>
                </a:solidFill>
                <a:effectLst/>
                <a:latin typeface="Menlo" panose="020B0609030804020204" pitchFamily="49" charset="0"/>
              </a:rPr>
              <a:t>filter</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Parameters</a:t>
            </a:r>
            <a:r>
              <a:rPr lang="en-US" b="0" dirty="0" err="1">
                <a:solidFill>
                  <a:srgbClr val="000000"/>
                </a:solidFill>
                <a:effectLst/>
                <a:latin typeface="Menlo" panose="020B0609030804020204" pitchFamily="49" charset="0"/>
              </a:rPr>
              <a:t>.</a:t>
            </a:r>
            <a:r>
              <a:rPr lang="en-US" b="0" dirty="0" err="1">
                <a:solidFill>
                  <a:srgbClr val="795E26"/>
                </a:solidFill>
                <a:effectLst/>
                <a:latin typeface="Menlo" panose="020B0609030804020204" pitchFamily="49" charset="0"/>
              </a:rPr>
              <a:t>Single</a:t>
            </a:r>
            <a:r>
              <a:rPr lang="en-US" b="0" dirty="0">
                <a:solidFill>
                  <a:srgbClr val="000000"/>
                </a:solidFill>
                <a:effectLst/>
                <a:latin typeface="Menlo" panose="020B0609030804020204" pitchFamily="49" charset="0"/>
              </a:rPr>
              <a:t>(), </a:t>
            </a:r>
          </a:p>
          <a:p>
            <a:pPr lvl="2"/>
            <a:r>
              <a:rPr lang="en-US" dirty="0">
                <a:solidFill>
                  <a:srgbClr val="000000"/>
                </a:solidFill>
                <a:latin typeface="Menlo" panose="020B0609030804020204" pitchFamily="49" charset="0"/>
              </a:rPr>
              <a:t>	</a:t>
            </a:r>
            <a:r>
              <a:rPr lang="en-US" b="0" dirty="0">
                <a:solidFill>
                  <a:srgbClr val="001080"/>
                </a:solidFill>
                <a:effectLst/>
                <a:latin typeface="Menlo" panose="020B0609030804020204" pitchFamily="49" charset="0"/>
              </a:rPr>
              <a:t>param</a:t>
            </a:r>
            <a:r>
              <a:rPr lang="en-US" b="0" dirty="0">
                <a:solidFill>
                  <a:srgbClr val="000000"/>
                </a:solidFill>
                <a:effectLst/>
                <a:latin typeface="Menlo" panose="020B0609030804020204" pitchFamily="49" charset="0"/>
              </a:rPr>
              <a:t>, </a:t>
            </a:r>
          </a:p>
          <a:p>
            <a:pPr lvl="2"/>
            <a:r>
              <a:rPr lang="en-US" dirty="0">
                <a:solidFill>
                  <a:srgbClr val="000000"/>
                </a:solidFill>
                <a:latin typeface="Menlo" panose="020B0609030804020204" pitchFamily="49" charset="0"/>
              </a:rPr>
              <a:t>	</a:t>
            </a:r>
            <a:r>
              <a:rPr lang="en-US" b="0" dirty="0" err="1">
                <a:solidFill>
                  <a:srgbClr val="001080"/>
                </a:solidFill>
                <a:effectLst/>
                <a:latin typeface="Menlo" panose="020B0609030804020204" pitchFamily="49" charset="0"/>
              </a:rPr>
              <a:t>filter</a:t>
            </a:r>
            <a:r>
              <a:rPr lang="en-US" b="0" dirty="0" err="1">
                <a:solidFill>
                  <a:srgbClr val="000000"/>
                </a:solidFill>
                <a:effectLst/>
                <a:latin typeface="Menlo" panose="020B0609030804020204" pitchFamily="49" charset="0"/>
              </a:rPr>
              <a:t>.</a:t>
            </a:r>
            <a:r>
              <a:rPr lang="en-US" b="0" dirty="0" err="1">
                <a:solidFill>
                  <a:srgbClr val="001080"/>
                </a:solidFill>
                <a:effectLst/>
                <a:latin typeface="Menlo" panose="020B0609030804020204" pitchFamily="49" charset="0"/>
              </a:rPr>
              <a:t>Body</a:t>
            </a:r>
            <a:endParaRPr lang="en-US" b="0" dirty="0">
              <a:solidFill>
                <a:srgbClr val="001080"/>
              </a:solidFill>
              <a:effectLst/>
              <a:latin typeface="Menlo" panose="020B0609030804020204" pitchFamily="49" charset="0"/>
            </a:endParaRPr>
          </a:p>
          <a:p>
            <a:pPr lvl="2"/>
            <a:r>
              <a:rPr lang="en-US" b="0" dirty="0">
                <a:solidFill>
                  <a:srgbClr val="000000"/>
                </a:solidFill>
                <a:effectLst/>
                <a:latin typeface="Menlo" panose="020B0609030804020204" pitchFamily="49" charset="0"/>
              </a:rPr>
              <a:t>);</a:t>
            </a:r>
          </a:p>
          <a:p>
            <a:pPr lvl="2"/>
            <a:r>
              <a:rPr lang="en-US" b="0" dirty="0">
                <a:solidFill>
                  <a:srgbClr val="0000FF"/>
                </a:solidFill>
                <a:effectLst/>
                <a:latin typeface="Menlo" panose="020B0609030804020204" pitchFamily="49" charset="0"/>
              </a:rPr>
              <a:t>var</a:t>
            </a:r>
            <a:r>
              <a:rPr lang="en-US" b="0" dirty="0">
                <a:solidFill>
                  <a:srgbClr val="000000"/>
                </a:solidFill>
                <a:effectLst/>
                <a:latin typeface="Menlo" panose="020B0609030804020204" pitchFamily="49" charset="0"/>
              </a:rPr>
              <a:t> </a:t>
            </a:r>
            <a:r>
              <a:rPr lang="en-US" b="0" dirty="0">
                <a:solidFill>
                  <a:srgbClr val="001080"/>
                </a:solidFill>
                <a:effectLst/>
                <a:latin typeface="Menlo" panose="020B0609030804020204" pitchFamily="49" charset="0"/>
              </a:rPr>
              <a:t>lambda</a:t>
            </a:r>
            <a:r>
              <a:rPr lang="en-US" b="0" dirty="0">
                <a:solidFill>
                  <a:srgbClr val="000000"/>
                </a:solidFill>
                <a:effectLst/>
                <a:latin typeface="Menlo" panose="020B0609030804020204" pitchFamily="49" charset="0"/>
              </a:rPr>
              <a:t> = </a:t>
            </a:r>
            <a:r>
              <a:rPr lang="en-US" b="0" dirty="0" err="1">
                <a:solidFill>
                  <a:srgbClr val="267F99"/>
                </a:solidFill>
                <a:effectLst/>
                <a:latin typeface="Menlo" panose="020B0609030804020204" pitchFamily="49" charset="0"/>
              </a:rPr>
              <a:t>Expression</a:t>
            </a:r>
            <a:r>
              <a:rPr lang="en-US" b="0" dirty="0" err="1">
                <a:solidFill>
                  <a:srgbClr val="000000"/>
                </a:solidFill>
                <a:effectLst/>
                <a:latin typeface="Menlo" panose="020B0609030804020204" pitchFamily="49" charset="0"/>
              </a:rPr>
              <a:t>.</a:t>
            </a:r>
            <a:r>
              <a:rPr lang="en-US" b="0" dirty="0" err="1">
                <a:solidFill>
                  <a:srgbClr val="795E26"/>
                </a:solidFill>
                <a:effectLst/>
                <a:latin typeface="Menlo" panose="020B0609030804020204" pitchFamily="49" charset="0"/>
              </a:rPr>
              <a:t>Lambda</a:t>
            </a:r>
            <a:r>
              <a:rPr lang="en-US" b="0" dirty="0">
                <a:solidFill>
                  <a:srgbClr val="000000"/>
                </a:solidFill>
                <a:effectLst/>
                <a:latin typeface="Menlo" panose="020B0609030804020204" pitchFamily="49" charset="0"/>
              </a:rPr>
              <a:t>(</a:t>
            </a:r>
            <a:r>
              <a:rPr lang="en-US" b="0" dirty="0">
                <a:solidFill>
                  <a:srgbClr val="001080"/>
                </a:solidFill>
                <a:effectLst/>
                <a:latin typeface="Menlo" panose="020B0609030804020204" pitchFamily="49" charset="0"/>
              </a:rPr>
              <a:t>body</a:t>
            </a:r>
            <a:r>
              <a:rPr lang="en-US" b="0" dirty="0">
                <a:solidFill>
                  <a:srgbClr val="000000"/>
                </a:solidFill>
                <a:effectLst/>
                <a:latin typeface="Menlo" panose="020B0609030804020204" pitchFamily="49" charset="0"/>
              </a:rPr>
              <a:t>, </a:t>
            </a:r>
            <a:r>
              <a:rPr lang="en-US" b="0" dirty="0">
                <a:solidFill>
                  <a:srgbClr val="001080"/>
                </a:solidFill>
                <a:effectLst/>
                <a:latin typeface="Menlo" panose="020B0609030804020204" pitchFamily="49" charset="0"/>
              </a:rPr>
              <a:t>param</a:t>
            </a:r>
            <a:r>
              <a:rPr lang="en-US" b="0" dirty="0">
                <a:solidFill>
                  <a:srgbClr val="000000"/>
                </a:solidFill>
                <a:effectLst/>
                <a:latin typeface="Menlo" panose="020B0609030804020204" pitchFamily="49" charset="0"/>
              </a:rPr>
              <a:t>);</a:t>
            </a:r>
          </a:p>
          <a:p>
            <a:pPr lvl="2"/>
            <a:r>
              <a:rPr lang="en-US" b="0" dirty="0">
                <a:solidFill>
                  <a:srgbClr val="AF00DB"/>
                </a:solidFill>
                <a:effectLst/>
                <a:latin typeface="Menlo" panose="020B0609030804020204" pitchFamily="49" charset="0"/>
              </a:rPr>
              <a:t>return</a:t>
            </a:r>
            <a:r>
              <a:rPr lang="en-US" b="0" dirty="0">
                <a:solidFill>
                  <a:srgbClr val="000000"/>
                </a:solidFill>
                <a:effectLst/>
                <a:latin typeface="Menlo" panose="020B0609030804020204" pitchFamily="49" charset="0"/>
              </a:rPr>
              <a:t> </a:t>
            </a:r>
            <a:r>
              <a:rPr lang="en-US" b="0" dirty="0" err="1">
                <a:solidFill>
                  <a:srgbClr val="001080"/>
                </a:solidFill>
                <a:effectLst/>
                <a:latin typeface="Menlo" panose="020B0609030804020204" pitchFamily="49" charset="0"/>
              </a:rPr>
              <a:t>entityTypeBuilder</a:t>
            </a:r>
            <a:r>
              <a:rPr lang="en-US" b="0" dirty="0" err="1">
                <a:solidFill>
                  <a:srgbClr val="000000"/>
                </a:solidFill>
                <a:effectLst/>
                <a:latin typeface="Menlo" panose="020B0609030804020204" pitchFamily="49" charset="0"/>
              </a:rPr>
              <a:t>.</a:t>
            </a:r>
            <a:r>
              <a:rPr lang="en-US" b="0" dirty="0" err="1">
                <a:solidFill>
                  <a:srgbClr val="795E26"/>
                </a:solidFill>
                <a:effectLst/>
                <a:latin typeface="Menlo" panose="020B0609030804020204" pitchFamily="49" charset="0"/>
              </a:rPr>
              <a:t>HasQueryFilter</a:t>
            </a:r>
            <a:r>
              <a:rPr lang="en-US" b="0" dirty="0">
                <a:solidFill>
                  <a:srgbClr val="000000"/>
                </a:solidFill>
                <a:effectLst/>
                <a:latin typeface="Menlo" panose="020B0609030804020204" pitchFamily="49" charset="0"/>
              </a:rPr>
              <a:t>(</a:t>
            </a:r>
            <a:r>
              <a:rPr lang="en-US" b="0" dirty="0">
                <a:solidFill>
                  <a:srgbClr val="001080"/>
                </a:solidFill>
                <a:effectLst/>
                <a:latin typeface="Menlo" panose="020B0609030804020204" pitchFamily="49" charset="0"/>
              </a:rPr>
              <a:t>lambda</a:t>
            </a:r>
            <a:r>
              <a:rPr lang="en-US" b="0" dirty="0">
                <a:solidFill>
                  <a:srgbClr val="000000"/>
                </a:solidFill>
                <a:effectLst/>
                <a:latin typeface="Menlo" panose="020B0609030804020204" pitchFamily="49" charset="0"/>
              </a:rPr>
              <a:t>);</a:t>
            </a:r>
          </a:p>
          <a:p>
            <a:pPr lvl="1"/>
            <a:r>
              <a:rPr lang="en-US" b="0" dirty="0">
                <a:solidFill>
                  <a:srgbClr val="000000"/>
                </a:solidFill>
                <a:effectLst/>
                <a:latin typeface="Menlo" panose="020B0609030804020204" pitchFamily="49" charset="0"/>
              </a:rPr>
              <a:t>}</a:t>
            </a:r>
          </a:p>
          <a:p>
            <a:pPr>
              <a:buNone/>
            </a:pPr>
            <a:r>
              <a:rPr lang="en-US" b="0" dirty="0">
                <a:solidFill>
                  <a:srgbClr val="000000"/>
                </a:solidFill>
                <a:effectLst/>
                <a:latin typeface="Menlo" panose="020B0609030804020204" pitchFamily="49" charset="0"/>
              </a:rPr>
              <a:t>}</a:t>
            </a:r>
          </a:p>
        </p:txBody>
      </p:sp>
    </p:spTree>
    <p:extLst>
      <p:ext uri="{BB962C8B-B14F-4D97-AF65-F5344CB8AC3E}">
        <p14:creationId xmlns:p14="http://schemas.microsoft.com/office/powerpoint/2010/main" val="38844036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214AD-D20D-0B0B-F904-13885172F1E8}"/>
              </a:ext>
            </a:extLst>
          </p:cNvPr>
          <p:cNvSpPr>
            <a:spLocks noGrp="1"/>
          </p:cNvSpPr>
          <p:nvPr>
            <p:ph type="title"/>
          </p:nvPr>
        </p:nvSpPr>
        <p:spPr/>
        <p:txBody>
          <a:bodyPr/>
          <a:lstStyle/>
          <a:p>
            <a:r>
              <a:rPr lang="en-US" dirty="0"/>
              <a:t>Shameless self promotion</a:t>
            </a:r>
          </a:p>
        </p:txBody>
      </p:sp>
      <p:sp>
        <p:nvSpPr>
          <p:cNvPr id="3" name="Text Placeholder 2">
            <a:extLst>
              <a:ext uri="{FF2B5EF4-FFF2-40B4-BE49-F238E27FC236}">
                <a16:creationId xmlns:a16="http://schemas.microsoft.com/office/drawing/2014/main" id="{F7734C5B-854B-0EC9-0E83-FF6FF5DAA602}"/>
              </a:ext>
            </a:extLst>
          </p:cNvPr>
          <p:cNvSpPr>
            <a:spLocks noGrp="1"/>
          </p:cNvSpPr>
          <p:nvPr>
            <p:ph type="body" idx="1"/>
          </p:nvPr>
        </p:nvSpPr>
        <p:spPr/>
        <p:txBody>
          <a:bodyPr/>
          <a:lstStyle/>
          <a:p>
            <a:r>
              <a:rPr lang="en-US" dirty="0"/>
              <a:t>For charity and profit!</a:t>
            </a:r>
          </a:p>
        </p:txBody>
      </p:sp>
    </p:spTree>
    <p:extLst>
      <p:ext uri="{BB962C8B-B14F-4D97-AF65-F5344CB8AC3E}">
        <p14:creationId xmlns:p14="http://schemas.microsoft.com/office/powerpoint/2010/main" val="33813749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AE97B6-37ED-BC83-4674-D662556814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1292" y="0"/>
            <a:ext cx="4829415" cy="6858000"/>
          </a:xfrm>
          <a:prstGeom prst="rect">
            <a:avLst/>
          </a:prstGeom>
        </p:spPr>
      </p:pic>
    </p:spTree>
    <p:extLst>
      <p:ext uri="{BB962C8B-B14F-4D97-AF65-F5344CB8AC3E}">
        <p14:creationId xmlns:p14="http://schemas.microsoft.com/office/powerpoint/2010/main" val="4425166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507230-B64A-A16E-8100-288FD05872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1292" y="0"/>
            <a:ext cx="4829415" cy="6858000"/>
          </a:xfrm>
          <a:prstGeom prst="rect">
            <a:avLst/>
          </a:prstGeom>
        </p:spPr>
      </p:pic>
    </p:spTree>
    <p:extLst>
      <p:ext uri="{BB962C8B-B14F-4D97-AF65-F5344CB8AC3E}">
        <p14:creationId xmlns:p14="http://schemas.microsoft.com/office/powerpoint/2010/main" val="31783884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52011F-7353-0CF8-8AD4-AE908A15B1F5}"/>
              </a:ext>
            </a:extLst>
          </p:cNvPr>
          <p:cNvSpPr>
            <a:spLocks noGrp="1"/>
          </p:cNvSpPr>
          <p:nvPr>
            <p:ph idx="1"/>
          </p:nvPr>
        </p:nvSpPr>
        <p:spPr>
          <a:xfrm>
            <a:off x="1305728" y="2025728"/>
            <a:ext cx="9864000" cy="4140000"/>
          </a:xfrm>
        </p:spPr>
        <p:txBody>
          <a:bodyPr/>
          <a:lstStyle/>
          <a:p>
            <a:r>
              <a:rPr lang="en-US" dirty="0"/>
              <a:t>Code on </a:t>
            </a:r>
            <a:r>
              <a:rPr lang="en-US" dirty="0" err="1"/>
              <a:t>github</a:t>
            </a:r>
            <a:endParaRPr lang="en-US" dirty="0"/>
          </a:p>
          <a:p>
            <a:pPr lvl="1"/>
            <a:r>
              <a:rPr lang="en-US" dirty="0"/>
              <a:t>https://</a:t>
            </a:r>
            <a:r>
              <a:rPr lang="en-US" dirty="0" err="1"/>
              <a:t>github.com</a:t>
            </a:r>
            <a:r>
              <a:rPr lang="en-US" dirty="0"/>
              <a:t>/</a:t>
            </a:r>
            <a:r>
              <a:rPr lang="en-US" dirty="0" err="1"/>
              <a:t>RubMertens</a:t>
            </a:r>
            <a:r>
              <a:rPr lang="en-US" dirty="0"/>
              <a:t>/presentation-multi-tenant-apps</a:t>
            </a:r>
          </a:p>
        </p:txBody>
      </p:sp>
      <p:sp>
        <p:nvSpPr>
          <p:cNvPr id="3" name="Title 2">
            <a:extLst>
              <a:ext uri="{FF2B5EF4-FFF2-40B4-BE49-F238E27FC236}">
                <a16:creationId xmlns:a16="http://schemas.microsoft.com/office/drawing/2014/main" id="{682CD234-AD5D-16B7-6678-BAB93240CFEB}"/>
              </a:ext>
            </a:extLst>
          </p:cNvPr>
          <p:cNvSpPr>
            <a:spLocks noGrp="1"/>
          </p:cNvSpPr>
          <p:nvPr>
            <p:ph type="title"/>
          </p:nvPr>
        </p:nvSpPr>
        <p:spPr/>
        <p:txBody>
          <a:bodyPr/>
          <a:lstStyle/>
          <a:p>
            <a:r>
              <a:rPr lang="en-US" dirty="0"/>
              <a:t>Where to find stuff</a:t>
            </a:r>
          </a:p>
        </p:txBody>
      </p:sp>
    </p:spTree>
    <p:extLst>
      <p:ext uri="{BB962C8B-B14F-4D97-AF65-F5344CB8AC3E}">
        <p14:creationId xmlns:p14="http://schemas.microsoft.com/office/powerpoint/2010/main" val="3217444174"/>
      </p:ext>
    </p:extLst>
  </p:cSld>
  <p:clrMapOvr>
    <a:masterClrMapping/>
  </p:clrMapOvr>
</p:sld>
</file>

<file path=ppt/theme/theme1.xml><?xml version="1.0" encoding="utf-8"?>
<a:theme xmlns:a="http://schemas.openxmlformats.org/drawingml/2006/main" name="Info Support - licht">
  <a:themeElements>
    <a:clrScheme name="InfoSupport">
      <a:dk1>
        <a:srgbClr val="133561"/>
      </a:dk1>
      <a:lt1>
        <a:sysClr val="window" lastClr="FFFFFF"/>
      </a:lt1>
      <a:dk2>
        <a:srgbClr val="000000"/>
      </a:dk2>
      <a:lt2>
        <a:srgbClr val="FFFFFF"/>
      </a:lt2>
      <a:accent1>
        <a:srgbClr val="133561"/>
      </a:accent1>
      <a:accent2>
        <a:srgbClr val="007FC3"/>
      </a:accent2>
      <a:accent3>
        <a:srgbClr val="CAE744"/>
      </a:accent3>
      <a:accent4>
        <a:srgbClr val="A0BBE3"/>
      </a:accent4>
      <a:accent5>
        <a:srgbClr val="8587A3"/>
      </a:accent5>
      <a:accent6>
        <a:srgbClr val="C7D64A"/>
      </a:accent6>
      <a:hlink>
        <a:srgbClr val="007FC3"/>
      </a:hlink>
      <a:folHlink>
        <a:srgbClr val="007FC3"/>
      </a:folHlink>
    </a:clrScheme>
    <a:fontScheme name="InfoSuppor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presentatie-Info-Support-1.pptx" id="{E12A7FFC-5261-44CB-A0EF-2FCB06FFBEF8}" vid="{C721C797-D2A4-441A-ABF5-61EFA57AA112}"/>
    </a:ext>
  </a:extLst>
</a:theme>
</file>

<file path=ppt/theme/theme2.xml><?xml version="1.0" encoding="utf-8"?>
<a:theme xmlns:a="http://schemas.openxmlformats.org/drawingml/2006/main" name="Info Support - donker">
  <a:themeElements>
    <a:clrScheme name="InfoSupport">
      <a:dk1>
        <a:srgbClr val="133561"/>
      </a:dk1>
      <a:lt1>
        <a:sysClr val="window" lastClr="FFFFFF"/>
      </a:lt1>
      <a:dk2>
        <a:srgbClr val="000000"/>
      </a:dk2>
      <a:lt2>
        <a:srgbClr val="FFFFFF"/>
      </a:lt2>
      <a:accent1>
        <a:srgbClr val="133561"/>
      </a:accent1>
      <a:accent2>
        <a:srgbClr val="007FC3"/>
      </a:accent2>
      <a:accent3>
        <a:srgbClr val="CAE744"/>
      </a:accent3>
      <a:accent4>
        <a:srgbClr val="A0BBE3"/>
      </a:accent4>
      <a:accent5>
        <a:srgbClr val="8587A3"/>
      </a:accent5>
      <a:accent6>
        <a:srgbClr val="C7D64A"/>
      </a:accent6>
      <a:hlink>
        <a:srgbClr val="007FC3"/>
      </a:hlink>
      <a:folHlink>
        <a:srgbClr val="007FC3"/>
      </a:folHlink>
    </a:clrScheme>
    <a:fontScheme name="InfoSuppor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presentatie-Info-Support-1.pptx" id="{E12A7FFC-5261-44CB-A0EF-2FCB06FFBEF8}" vid="{F99E3F2D-DEAC-4141-95B7-7DB2183304DD}"/>
    </a:ext>
  </a:extLst>
</a:theme>
</file>

<file path=ppt/theme/theme3.xml><?xml version="1.0" encoding="utf-8"?>
<a:theme xmlns:a="http://schemas.openxmlformats.org/drawingml/2006/main" name="Kantoorthema">
  <a:themeElements>
    <a:clrScheme name="InfoSupport">
      <a:dk1>
        <a:srgbClr val="133561"/>
      </a:dk1>
      <a:lt1>
        <a:sysClr val="window" lastClr="FFFFFF"/>
      </a:lt1>
      <a:dk2>
        <a:srgbClr val="000000"/>
      </a:dk2>
      <a:lt2>
        <a:srgbClr val="FFFFFF"/>
      </a:lt2>
      <a:accent1>
        <a:srgbClr val="133561"/>
      </a:accent1>
      <a:accent2>
        <a:srgbClr val="007FC3"/>
      </a:accent2>
      <a:accent3>
        <a:srgbClr val="7F7F7F"/>
      </a:accent3>
      <a:accent4>
        <a:srgbClr val="A5A5A5"/>
      </a:accent4>
      <a:accent5>
        <a:srgbClr val="CCCCCC"/>
      </a:accent5>
      <a:accent6>
        <a:srgbClr val="133561"/>
      </a:accent6>
      <a:hlink>
        <a:srgbClr val="007FC3"/>
      </a:hlink>
      <a:folHlink>
        <a:srgbClr val="007FC3"/>
      </a:folHlink>
    </a:clrScheme>
    <a:fontScheme name="InfoSuppor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Kantoorthema">
  <a:themeElements>
    <a:clrScheme name="InfoSupport">
      <a:dk1>
        <a:srgbClr val="133561"/>
      </a:dk1>
      <a:lt1>
        <a:sysClr val="window" lastClr="FFFFFF"/>
      </a:lt1>
      <a:dk2>
        <a:srgbClr val="000000"/>
      </a:dk2>
      <a:lt2>
        <a:srgbClr val="FFFFFF"/>
      </a:lt2>
      <a:accent1>
        <a:srgbClr val="133561"/>
      </a:accent1>
      <a:accent2>
        <a:srgbClr val="007FC3"/>
      </a:accent2>
      <a:accent3>
        <a:srgbClr val="7F7F7F"/>
      </a:accent3>
      <a:accent4>
        <a:srgbClr val="A5A5A5"/>
      </a:accent4>
      <a:accent5>
        <a:srgbClr val="CCCCCC"/>
      </a:accent5>
      <a:accent6>
        <a:srgbClr val="133561"/>
      </a:accent6>
      <a:hlink>
        <a:srgbClr val="007FC3"/>
      </a:hlink>
      <a:folHlink>
        <a:srgbClr val="007FC3"/>
      </a:folHlink>
    </a:clrScheme>
    <a:fontScheme name="InfoSuppor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3C9371537DC34A9D80E25F165B099C" ma:contentTypeVersion="2" ma:contentTypeDescription="Create a new document." ma:contentTypeScope="" ma:versionID="f3d787210d8e660ab22e53bf6ee10571">
  <xsd:schema xmlns:xsd="http://www.w3.org/2001/XMLSchema" xmlns:xs="http://www.w3.org/2001/XMLSchema" xmlns:p="http://schemas.microsoft.com/office/2006/metadata/properties" xmlns:ns2="c3aa38ca-e898-4ff2-b3ec-d3b89334d165" targetNamespace="http://schemas.microsoft.com/office/2006/metadata/properties" ma:root="true" ma:fieldsID="a77d9b218da29adfd3973844f42c08d4" ns2:_="">
    <xsd:import namespace="c3aa38ca-e898-4ff2-b3ec-d3b89334d165"/>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3aa38ca-e898-4ff2-b3ec-d3b89334d16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E7B56F-59C8-4148-BA7E-89984C36B7D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3aa38ca-e898-4ff2-b3ec-d3b89334d1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8AE8C2F-0717-4D42-B44A-CAECCF122A1A}">
  <ds:schemaRefs>
    <ds:schemaRef ds:uri="http://schemas.openxmlformats.org/package/2006/metadata/core-properties"/>
    <ds:schemaRef ds:uri="http://schemas.microsoft.com/office/2006/metadata/properties"/>
    <ds:schemaRef ds:uri="http://www.w3.org/XML/1998/namespace"/>
    <ds:schemaRef ds:uri="http://purl.org/dc/terms/"/>
    <ds:schemaRef ds:uri="http://schemas.microsoft.com/office/2006/documentManagement/types"/>
    <ds:schemaRef ds:uri="c3aa38ca-e898-4ff2-b3ec-d3b89334d165"/>
    <ds:schemaRef ds:uri="http://purl.org/dc/dcmitype/"/>
    <ds:schemaRef ds:uri="http://purl.org/dc/elements/1.1/"/>
    <ds:schemaRef ds:uri="http://schemas.microsoft.com/office/infopath/2007/PartnerControls"/>
  </ds:schemaRefs>
</ds:datastoreItem>
</file>

<file path=customXml/itemProps3.xml><?xml version="1.0" encoding="utf-8"?>
<ds:datastoreItem xmlns:ds="http://schemas.openxmlformats.org/officeDocument/2006/customXml" ds:itemID="{4522A51C-073F-4C45-9170-ECE5951F4DE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Info Support - licht</Template>
  <TotalTime>1452</TotalTime>
  <Words>2093</Words>
  <Application>Microsoft Macintosh PowerPoint</Application>
  <PresentationFormat>Widescreen</PresentationFormat>
  <Paragraphs>259</Paragraphs>
  <Slides>60</Slides>
  <Notes>1</Notes>
  <HiddenSlides>1</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60</vt:i4>
      </vt:variant>
    </vt:vector>
  </HeadingPairs>
  <TitlesOfParts>
    <vt:vector size="64" baseType="lpstr">
      <vt:lpstr>Arial</vt:lpstr>
      <vt:lpstr>Menlo</vt:lpstr>
      <vt:lpstr>Info Support - licht</vt:lpstr>
      <vt:lpstr>Info Support - donker</vt:lpstr>
      <vt:lpstr>Building Multi-Tenant Applications</vt:lpstr>
      <vt:lpstr>Agenda</vt:lpstr>
      <vt:lpstr>Who am I?</vt:lpstr>
      <vt:lpstr>Ruben</vt:lpstr>
      <vt:lpstr>What is multi tenancy?</vt:lpstr>
      <vt:lpstr>What is it?</vt:lpstr>
      <vt:lpstr>Not all Multi-tenancy is equal</vt:lpstr>
      <vt:lpstr>PowerPoint Presentation</vt:lpstr>
      <vt:lpstr>PowerPoint Presentation</vt:lpstr>
      <vt:lpstr>Multi-tenancy by infrastructure </vt:lpstr>
      <vt:lpstr>PowerPoint Presentation</vt:lpstr>
      <vt:lpstr>Database per tenant</vt:lpstr>
      <vt:lpstr>PowerPoint Presentation</vt:lpstr>
      <vt:lpstr>Schema per tenant</vt:lpstr>
      <vt:lpstr>PowerPoint Presentation</vt:lpstr>
      <vt:lpstr>Discriminator column</vt:lpstr>
      <vt:lpstr>PowerPoint Presentation</vt:lpstr>
      <vt:lpstr>Best one?</vt:lpstr>
      <vt:lpstr>It depends</vt:lpstr>
      <vt:lpstr>Who’s knocking at the door?</vt:lpstr>
      <vt:lpstr>What in what ways could we detect which tenant is calling ?</vt:lpstr>
      <vt:lpstr>Query string</vt:lpstr>
      <vt:lpstr>Header</vt:lpstr>
      <vt:lpstr>Subdomain</vt:lpstr>
      <vt:lpstr>Enough Talk  Show me the code 🧑‍💻</vt:lpstr>
      <vt:lpstr>Demo time!</vt:lpstr>
      <vt:lpstr>Script</vt:lpstr>
      <vt:lpstr>Detecting a tenant</vt:lpstr>
      <vt:lpstr>Detecting a tenant – Tenant.cs</vt:lpstr>
      <vt:lpstr>Detecting a tenant - TenantDependencyExtensions</vt:lpstr>
      <vt:lpstr>Building Middleware</vt:lpstr>
      <vt:lpstr>Reflecting a Tenant</vt:lpstr>
      <vt:lpstr>Reflecting a tenant – Tenant.cs</vt:lpstr>
      <vt:lpstr>Reflecting a tenant – appsettings.json</vt:lpstr>
      <vt:lpstr>Reflecting a tenant – program.cs</vt:lpstr>
      <vt:lpstr>Reflecting a tenant – TenantMiddleware.cs</vt:lpstr>
      <vt:lpstr>Reflecting a tenant – _Layout.cshtml</vt:lpstr>
      <vt:lpstr>Reflecting a tenant – Index.cshtml</vt:lpstr>
      <vt:lpstr>Protecting a Tenant</vt:lpstr>
      <vt:lpstr>Protecting a tenant – ApplicationUser.cs </vt:lpstr>
      <vt:lpstr>Protecting a tenant – ApplicationDbContext.cs  </vt:lpstr>
      <vt:lpstr>Protecting a tenant – Add Migration </vt:lpstr>
      <vt:lpstr>Protecting a tenant – ApplicationUserStore</vt:lpstr>
      <vt:lpstr>Protecting a tenant – MultiTenantSigninManager </vt:lpstr>
      <vt:lpstr>Protecting a tenant – Program.cs</vt:lpstr>
      <vt:lpstr>Protecting a tenant – LoginPartial.cshtml </vt:lpstr>
      <vt:lpstr>Protecting the data</vt:lpstr>
      <vt:lpstr>Protecting the data – Itenanted.cs</vt:lpstr>
      <vt:lpstr>Protecting the data – HealingPod.cs</vt:lpstr>
      <vt:lpstr>Protecting the data – PokemonAdmission </vt:lpstr>
      <vt:lpstr>Protecting the data –  TenantIdValueGenerator</vt:lpstr>
      <vt:lpstr>Protecting the data – ApplicationDbContext</vt:lpstr>
      <vt:lpstr>Protecting the data – ApplicationDbContext</vt:lpstr>
      <vt:lpstr>Keeping it DRY</vt:lpstr>
      <vt:lpstr>Keeping it DRY (with magic 🪄)</vt:lpstr>
      <vt:lpstr>Keeping it DRY (with magic 🪄)</vt:lpstr>
      <vt:lpstr>Shameless self promotion</vt:lpstr>
      <vt:lpstr>PowerPoint Presentation</vt:lpstr>
      <vt:lpstr>PowerPoint Presentation</vt:lpstr>
      <vt:lpstr>Where to find stuff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Ruben Mertens</dc:creator>
  <dc:description>Template by Orange Pepper_x000d_
Design by Beeldenfabriek_x000d_
2018</dc:description>
  <cp:lastModifiedBy>Ruben Mertens</cp:lastModifiedBy>
  <cp:revision>8</cp:revision>
  <dcterms:created xsi:type="dcterms:W3CDTF">2025-03-21T14:53:19Z</dcterms:created>
  <dcterms:modified xsi:type="dcterms:W3CDTF">2026-03-26T19:44:23Z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0x010100CA3C9371537DC34A9D80E25F165B099C</vt:lpwstr>
  </property>
</Properties>
</file>